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lite/dirty-road/docs/folleto/assets/bann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00A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GRADO · ARTICULACIÓN SENA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DIRTY ROAD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731520" y="278892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de un videojuego en Godot Engine para concientizar sobre el cuidado del medio ambiente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3794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a mayores de 10 años  ·  Survival action 2D infinito, educativo y ambiental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4.7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06324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6324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9496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9496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&amp; Android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2668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etapas · 100 oleadas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60350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I.E. Técnico Industrial «Julio Flórez»  ·  Articulación SENA — Técnico en Desarrollo de 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848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Felipe Casas Aguilar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principal GDScript, mecánicas e integración en Godot.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3192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Efrén Rosero Sánchez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6850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assets y programación GDScript.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5537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Ángel Murcia Galindo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49194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Investigación, revisión teórica e histórica y programación GDScript.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deterioro ambiental y la falta de conciencia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climático y la contaminación de ríos, calles y bosques avanzan por la actividad humana.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jóvenes desconocen cómo sus acciones diarias afectan al planeta.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métodos tradicionales (charlas, folletos) no logran el interés ni la retención que sí consigue el juego.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61C12"/>
          </a:solidFill>
          <a:ln w="19050">
            <a:solidFill>
              <a:srgbClr val="E3A6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0" y="2057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INVESTIGACIÓN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514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motivar a los jóvenes a cuidar el medio ambiente de forma significativa?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75120" y="4251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Respuesta: un videojuego educativo en Godot Engine.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y para qué?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JUSTIFICACIÓN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y para qué se hace este proyecto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deterioro ambiental es un desafío urgente que exige nuevas estrategias de educación.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juego permite aprender haciendo (aprendizaje significativo) y no solo leyendo.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 es libre, ligero y multiplataforma: ideal para un proyecto escolar y para publicar en PC y Android.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1554480"/>
          </a:xfrm>
          <a:prstGeom prst="roundRect">
            <a:avLst>
              <a:gd name="adj" fmla="val 352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2940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significativo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29400" y="235915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dato llega por feedback de combate y popups cortos, nunca bloqueantes.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3520440"/>
            <a:ext cx="5120640" cy="1554480"/>
          </a:xfrm>
          <a:prstGeom prst="roundRect">
            <a:avLst>
              <a:gd name="adj" fmla="val 352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368503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29400" y="405079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de 10+ años; uso en aulas y en casa, con fines pedagógicos.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161C12"/>
          </a:solidFill>
          <a:ln w="19050">
            <a:solidFill>
              <a:srgbClr val="8EC7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377440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Desarrollar un videojuego educativo en Godot Engine dirigido a jóvenes mayores de 10 años, que fomente la conciencia ambiental mediante una experiencia lúdica e interactiva sobre el cuidado del medio ambiente.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específicos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Narrativa educativa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narrativa interactiva que muestre el impacto de las acciones sobre el ambiente.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92024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Mecánicas sostenibles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45059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mecánicas de reciclaje, reforestación y defensa del ecosistema.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336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Trabajo colaborativo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459943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Godot y Git para el desarrollo en equipo, con control de versiones.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406908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2336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Pruebas y publicación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459943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pruebas finales, ajustes y publicar el juego (PC y Android).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juego: Dirty Road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Dirty Road?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survival action top-down en 2D, infinito, donde el jugador defiende un Árbol vivo —último símbolo de un ecosistema sano— frente a oleadas de enemigos que representan problemas ambientales reales.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jugando, no leyendo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Infinito, no repetitivo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 sobre grind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9377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enemigo enseña algo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4864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mundo reacciona a ti</a:t>
            </a:r>
            <a:endParaRPr lang="en-US" sz="1500" dirty="0"/>
          </a:p>
        </p:txBody>
      </p:sp>
      <p:pic>
        <p:nvPicPr>
          <p:cNvPr id="10" name="Image 0" descr="/home/lite/dirty-road/docs/folleto/assets/etapa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83080"/>
            <a:ext cx="5120640" cy="2880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47091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Defiende el último Árbol vivo.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y escala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2900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42900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oleadas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21792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enemigos normales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0684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900684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2004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Contaminación del suelo y el aire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3246120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15" name="Text 13"/>
          <p:cNvSpPr/>
          <p:nvPr/>
        </p:nvSpPr>
        <p:spPr>
          <a:xfrm>
            <a:off x="6565392" y="32004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Basura y vertederos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813048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376732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Océanos y plástico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813048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19" name="Text 17"/>
          <p:cNvSpPr/>
          <p:nvPr/>
        </p:nvSpPr>
        <p:spPr>
          <a:xfrm>
            <a:off x="6565392" y="376732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Contaminación industrial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79976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33425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Lluvia ácida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09360" y="4379976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23" name="Text 21"/>
          <p:cNvSpPr/>
          <p:nvPr/>
        </p:nvSpPr>
        <p:spPr>
          <a:xfrm>
            <a:off x="6565392" y="433425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Residuos electrónicos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946904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25" name="Text 23"/>
          <p:cNvSpPr/>
          <p:nvPr/>
        </p:nvSpPr>
        <p:spPr>
          <a:xfrm>
            <a:off x="896112" y="490118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Energía nuclear y radiación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09360" y="4946904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27" name="Text 25"/>
          <p:cNvSpPr/>
          <p:nvPr/>
        </p:nvSpPr>
        <p:spPr>
          <a:xfrm>
            <a:off x="6565392" y="490118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Pesticidas y agricultura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5513832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29" name="Text 27"/>
          <p:cNvSpPr/>
          <p:nvPr/>
        </p:nvSpPr>
        <p:spPr>
          <a:xfrm>
            <a:off x="896112" y="5468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Deforestación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309360" y="5513832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31" name="Text 29"/>
          <p:cNvSpPr/>
          <p:nvPr/>
        </p:nvSpPr>
        <p:spPr>
          <a:xfrm>
            <a:off x="6565392" y="5468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Cambio climático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educativo integrado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pilar, no un extra: se basa en la Teoría del Aprendizaje Significativo y en la gamificación.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474720" cy="2926080"/>
          </a:xfrm>
          <a:prstGeom prst="roundRect">
            <a:avLst>
              <a:gd name="adj" fmla="val 1875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5420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de enemigo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907792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primer encuentro aparece qué problema ambiental representa y datos reales.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377440"/>
            <a:ext cx="3474720" cy="2926080"/>
          </a:xfrm>
          <a:prstGeom prst="roundRect">
            <a:avLst>
              <a:gd name="adj" fmla="val 1875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5420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de oleada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2907792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oleadas y al morir: datos de supervivencia y reflexiones breves.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2377440"/>
            <a:ext cx="3474720" cy="2926080"/>
          </a:xfrm>
          <a:prstGeom prst="roundRect">
            <a:avLst>
              <a:gd name="adj" fmla="val 1875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5420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7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75320" y="2907792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Tamaño, posición, duración, insignia y sonido. Nunca bloquea el juego.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Mecánicas y economía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280160"/>
          </a:xfrm>
          <a:prstGeom prst="roundRect">
            <a:avLst>
              <a:gd name="adj" fmla="val 4286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933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Biomasa y Súper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5915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enemigos sueltan orbes; el contador no tiene tope. El Súper (lluvia de meteoritos) cuesta 10.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881360" cy="1280160"/>
          </a:xfrm>
          <a:prstGeom prst="roundRect">
            <a:avLst>
              <a:gd name="adj" fmla="val 4286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4564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Cartas acumulables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8221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oleadas: mejoras por rareza (común, rara, épica, legendaria) que reaplican su efecto.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280160"/>
          </a:xfrm>
          <a:prstGeom prst="roundRect">
            <a:avLst>
              <a:gd name="adj" fmla="val 4286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194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Combate y dash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a distancia con apuntado automático o manual; dash con invulnerabilidad.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METODOLOGÍA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investigación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aplicada, de tipo exploratoria-descriptiva.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investigación y desarrollo (I+D).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por fases: problema → diseño → desarrollo → pruebas → publicación.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2940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29400" y="2359152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 4.7 con GDScript, Git/GitHub para el trabajo colaborativo y Figma/assets para el arte.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METODOLOGÍA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científico aplicado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conciencia ambiental en los jóvenes.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88036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8036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8036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motivarlos de manera significativa?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1206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2064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videojuego educativo aumenta el interés y el aprendizaje.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3609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6092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Experimentación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6092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del juego y pruebas piloto.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60120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tecnología lúdica resulta más efectiva que los métodos tradicionales.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METODOLOGÍA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por fases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Narrativa y GDD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juego y documento de diseño.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0896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Diseño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Personajes, etapas y enemigos.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4924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Programación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4924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y mecánicas (reciclaje, siembra).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6092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Integración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8952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Git/GitHub, respaldo y control de versiones.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 · Pruebas y publicación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82980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piloto, ajustes y lanzamiento.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y logros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DESARROLLO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del trabajo y logros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identificó el problema y se definió el concepto educativo del juego.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documentó el diseño (GDD) y se construyeron personajes, etapas y enemigos.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programaron la interfaz, el combate, la economía (biomasa) y las mejoras.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implementó un sistema educativo con popups breves y no bloqueantes.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probó y se publicó en PC y Android con controles de teclado/ratón y táctiles.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2940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29400" y="2359152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juego completo, ligero y multiplataforma: 10 etapas × 10 oleadas, 30 enemigos normales y 10 jefes, con capa educativa integrada.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desarrollo del videojuego demostró que las herramientas tecnológicas y lúdicas son una estrategia innovadora y efectiva para fomentar la conciencia ambiental en los jóvenes, logrando mayor interés que los métodos tradicionales.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0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  ·  Mantén vivo el ecosistema el mayor tiempo posible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dirtyroad@oficial.com  ·  dirtyroad-oficial  ·  3175143367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617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github.com/l1teSG/dirty-road-godot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Dirty Road — Creación de un videojuego en Godot Engine</dc:title>
  <dc:subject>PptxGenJS Presentation</dc:subject>
  <dc:creator>Dirty Road</dc:creator>
  <cp:lastModifiedBy>Dirty Road</cp:lastModifiedBy>
  <cp:revision>1</cp:revision>
  <dcterms:created xsi:type="dcterms:W3CDTF">2026-10-15T16:57:29Z</dcterms:created>
  <dcterms:modified xsi:type="dcterms:W3CDTF">2026-10-15T16:57:29Z</dcterms:modified>
</cp:coreProperties>
</file>