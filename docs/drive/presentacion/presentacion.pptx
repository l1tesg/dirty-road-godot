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6504">
          <p15:clr>
            <a:srgbClr val="A4A3A4"/>
          </p15:clr>
        </p15:guide>
        <p15:guide id="2" orient="horz" pos="3696">
          <p15:clr>
            <a:srgbClr val="A4A3A4"/>
          </p15:clr>
        </p15:guide>
        <p15:guide id="3" orient="horz" pos="1968">
          <p15:clr>
            <a:srgbClr val="A4A3A4"/>
          </p15:clr>
        </p15:guide>
      </p15:sldGuideLst>
    </p:ext>
    <p:ext uri="GoogleSlidesCustomDataVersion2">
      <go:slidesCustomData xmlns:go="http://customooxmlschemas.google.com/" r:id="rId30" roundtripDataSignature="AMtx7miW0GYU3bFEPdyztTzyK9TgbI8Be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67AABC2-14BF-4BE1-93D8-A701173AD488}">
  <a:tblStyle styleId="{667AABC2-14BF-4BE1-93D8-A701173AD48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504"/>
        <p:guide pos="3696" orient="horz"/>
        <p:guide pos="1968"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0" name="Google Shape;44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41" name="Google Shape;44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6" name="Google Shape;4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47" name="Google Shape;4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455" name="Google Shape;45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7" name="Google Shape;46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2" name="Google Shape;49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5" name="Google Shape;5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7" name="Google Shape;53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3" name="Google Shape;54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9" name="Google Shape;54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5" name="Google Shape;55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0" name="Google Shape;60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400"/>
              <a:buNone/>
            </a:pPr>
            <a:r>
              <a:t/>
            </a:r>
            <a:endParaRPr b="0" i="0" sz="1200" u="none" cap="none" strike="noStrike">
              <a:solidFill>
                <a:schemeClr val="dk1"/>
              </a:solidFill>
              <a:latin typeface="Calibri"/>
              <a:ea typeface="Calibri"/>
              <a:cs typeface="Calibri"/>
              <a:sym typeface="Calibri"/>
            </a:endParaRPr>
          </a:p>
        </p:txBody>
      </p:sp>
      <p:sp>
        <p:nvSpPr>
          <p:cNvPr id="607" name="Google Shape;607;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lang="es-E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p:cSld name="Diapositiva de título">
    <p:bg>
      <p:bgPr>
        <a:solidFill>
          <a:srgbClr val="9FDAF5"/>
        </a:solidFill>
      </p:bgPr>
    </p:bg>
    <p:spTree>
      <p:nvGrpSpPr>
        <p:cNvPr id="14" name="Shape 14"/>
        <p:cNvGrpSpPr/>
        <p:nvPr/>
      </p:nvGrpSpPr>
      <p:grpSpPr>
        <a:xfrm>
          <a:off x="0" y="0"/>
          <a:ext cx="0" cy="0"/>
          <a:chOff x="0" y="0"/>
          <a:chExt cx="0" cy="0"/>
        </a:xfrm>
      </p:grpSpPr>
      <p:sp>
        <p:nvSpPr>
          <p:cNvPr id="15" name="Google Shape;15;p25"/>
          <p:cNvSpPr txBox="1"/>
          <p:nvPr>
            <p:ph type="ctrTitle"/>
          </p:nvPr>
        </p:nvSpPr>
        <p:spPr>
          <a:xfrm>
            <a:off x="6071616" y="960120"/>
            <a:ext cx="5221224" cy="305634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16" name="Google Shape;16;p25"/>
          <p:cNvPicPr preferRelativeResize="0"/>
          <p:nvPr/>
        </p:nvPicPr>
        <p:blipFill rotWithShape="1">
          <a:blip r:embed="rId2">
            <a:alphaModFix/>
          </a:blip>
          <a:srcRect b="0" l="10617" r="0" t="0"/>
          <a:stretch/>
        </p:blipFill>
        <p:spPr>
          <a:xfrm>
            <a:off x="0" y="0"/>
            <a:ext cx="6153048" cy="6858000"/>
          </a:xfrm>
          <a:prstGeom prst="rect">
            <a:avLst/>
          </a:prstGeom>
          <a:noFill/>
          <a:ln>
            <a:noFill/>
          </a:ln>
        </p:spPr>
      </p:pic>
    </p:spTree>
  </p:cSld>
  <p:clrMapOvr>
    <a:masterClrMapping/>
  </p:clrMapOvr>
  <p:extLst>
    <p:ext uri="{DCECCB84-F9BA-43D5-87BE-67443E8EF086}">
      <p15:sldGuideLst>
        <p15:guide id="1" pos="73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ción">
  <p:cSld name="Introducción">
    <p:spTree>
      <p:nvGrpSpPr>
        <p:cNvPr id="17" name="Shape 17"/>
        <p:cNvGrpSpPr/>
        <p:nvPr/>
      </p:nvGrpSpPr>
      <p:grpSpPr>
        <a:xfrm>
          <a:off x="0" y="0"/>
          <a:ext cx="0" cy="0"/>
          <a:chOff x="0" y="0"/>
          <a:chExt cx="0" cy="0"/>
        </a:xfrm>
      </p:grpSpPr>
      <p:sp>
        <p:nvSpPr>
          <p:cNvPr id="18" name="Google Shape;18;p26"/>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6"/>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lvl1pPr indent="-355600" lvl="0" marL="457200" algn="l">
              <a:lnSpc>
                <a:spcPct val="120000"/>
              </a:lnSpc>
              <a:spcBef>
                <a:spcPts val="0"/>
              </a:spcBef>
              <a:spcAft>
                <a:spcPts val="0"/>
              </a:spcAft>
              <a:buClr>
                <a:schemeClr val="dk1"/>
              </a:buClr>
              <a:buSzPts val="2000"/>
              <a:buFont typeface="Arial"/>
              <a:buChar char="•"/>
              <a:defRPr sz="2000"/>
            </a:lvl1pPr>
            <a:lvl2pPr indent="-355600" lvl="1" marL="914400" algn="l">
              <a:lnSpc>
                <a:spcPct val="120000"/>
              </a:lnSpc>
              <a:spcBef>
                <a:spcPts val="1200"/>
              </a:spcBef>
              <a:spcAft>
                <a:spcPts val="0"/>
              </a:spcAft>
              <a:buClr>
                <a:schemeClr val="dk1"/>
              </a:buClr>
              <a:buSzPts val="2000"/>
              <a:buFont typeface="Arial"/>
              <a:buChar char="•"/>
              <a:defRPr sz="2000"/>
            </a:lvl2pPr>
            <a:lvl3pPr indent="-355600" lvl="2" marL="1371600" algn="l">
              <a:lnSpc>
                <a:spcPct val="120000"/>
              </a:lnSpc>
              <a:spcBef>
                <a:spcPts val="500"/>
              </a:spcBef>
              <a:spcAft>
                <a:spcPts val="0"/>
              </a:spcAft>
              <a:buClr>
                <a:schemeClr val="dk1"/>
              </a:buClr>
              <a:buSzPts val="2000"/>
              <a:buFont typeface="Arial"/>
              <a:buChar char="•"/>
              <a:defRPr sz="2000"/>
            </a:lvl3pPr>
            <a:lvl4pPr indent="-355600" lvl="3" marL="1828800" algn="l">
              <a:lnSpc>
                <a:spcPct val="120000"/>
              </a:lnSpc>
              <a:spcBef>
                <a:spcPts val="500"/>
              </a:spcBef>
              <a:spcAft>
                <a:spcPts val="0"/>
              </a:spcAft>
              <a:buClr>
                <a:schemeClr val="dk1"/>
              </a:buClr>
              <a:buSzPts val="2000"/>
              <a:buFont typeface="Arial"/>
              <a:buChar char="•"/>
              <a:defRPr sz="2000"/>
            </a:lvl4pPr>
            <a:lvl5pPr indent="-355600" lvl="4" marL="2286000" algn="l">
              <a:lnSpc>
                <a:spcPct val="120000"/>
              </a:lnSpc>
              <a:spcBef>
                <a:spcPts val="500"/>
              </a:spcBef>
              <a:spcAft>
                <a:spcPts val="0"/>
              </a:spcAft>
              <a:buClr>
                <a:schemeClr val="dk1"/>
              </a:buClr>
              <a:buSzPts val="2000"/>
              <a:buFont typeface="Arial"/>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21" name="Google Shape;21;p26"/>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22" name="Google Shape;22;p26"/>
          <p:cNvPicPr preferRelativeResize="0"/>
          <p:nvPr/>
        </p:nvPicPr>
        <p:blipFill rotWithShape="1">
          <a:blip r:embed="rId2">
            <a:alphaModFix/>
          </a:blip>
          <a:srcRect b="3861" l="1586" r="26226" t="0"/>
          <a:stretch/>
        </p:blipFill>
        <p:spPr>
          <a:xfrm>
            <a:off x="9415463" y="264696"/>
            <a:ext cx="2776538" cy="659330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la sección">
  <p:cSld name="Título de la sección">
    <p:bg>
      <p:bgPr>
        <a:solidFill>
          <a:srgbClr val="FDF3E9"/>
        </a:solidFill>
      </p:bgPr>
    </p:bg>
    <p:spTree>
      <p:nvGrpSpPr>
        <p:cNvPr id="23" name="Shape 23"/>
        <p:cNvGrpSpPr/>
        <p:nvPr/>
      </p:nvGrpSpPr>
      <p:grpSpPr>
        <a:xfrm>
          <a:off x="0" y="0"/>
          <a:ext cx="0" cy="0"/>
          <a:chOff x="0" y="0"/>
          <a:chExt cx="0" cy="0"/>
        </a:xfrm>
      </p:grpSpPr>
      <p:sp>
        <p:nvSpPr>
          <p:cNvPr id="24" name="Google Shape;24;p27"/>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7"/>
          <p:cNvSpPr/>
          <p:nvPr>
            <p:ph idx="2" type="pic"/>
          </p:nvPr>
        </p:nvSpPr>
        <p:spPr>
          <a:xfrm>
            <a:off x="7625969" y="-9144"/>
            <a:ext cx="4581525" cy="6602413"/>
          </a:xfrm>
          <a:prstGeom prst="rect">
            <a:avLst/>
          </a:prstGeom>
          <a:noFill/>
          <a:ln>
            <a:noFill/>
          </a:ln>
        </p:spPr>
      </p:sp>
      <p:sp>
        <p:nvSpPr>
          <p:cNvPr id="26" name="Google Shape;26;p27"/>
          <p:cNvSpPr/>
          <p:nvPr/>
        </p:nvSpPr>
        <p:spPr>
          <a:xfrm>
            <a:off x="0" y="6583680"/>
            <a:ext cx="7620000" cy="27432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2">
  <p:cSld name="Título y dos contenidos 2">
    <p:spTree>
      <p:nvGrpSpPr>
        <p:cNvPr id="27" name="Shape 27"/>
        <p:cNvGrpSpPr/>
        <p:nvPr/>
      </p:nvGrpSpPr>
      <p:grpSpPr>
        <a:xfrm>
          <a:off x="0" y="0"/>
          <a:ext cx="0" cy="0"/>
          <a:chOff x="0" y="0"/>
          <a:chExt cx="0" cy="0"/>
        </a:xfrm>
      </p:grpSpPr>
      <p:sp>
        <p:nvSpPr>
          <p:cNvPr id="28" name="Google Shape;28;p28"/>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8"/>
          <p:cNvSpPr txBox="1"/>
          <p:nvPr>
            <p:ph idx="1" type="body"/>
          </p:nvPr>
        </p:nvSpPr>
        <p:spPr>
          <a:xfrm>
            <a:off x="893763" y="2073275"/>
            <a:ext cx="3144837" cy="3687763"/>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AutoNum type="arabicPeriod"/>
              <a:defRPr sz="2000"/>
            </a:lvl1pPr>
            <a:lvl2pPr indent="-355600" lvl="1" marL="914400" algn="l">
              <a:lnSpc>
                <a:spcPct val="100000"/>
              </a:lnSpc>
              <a:spcBef>
                <a:spcPts val="1200"/>
              </a:spcBef>
              <a:spcAft>
                <a:spcPts val="0"/>
              </a:spcAft>
              <a:buClr>
                <a:schemeClr val="dk1"/>
              </a:buClr>
              <a:buSzPts val="2000"/>
              <a:buFont typeface="Arial"/>
              <a:buAutoNum type="alphaLcPeriod"/>
              <a:defRPr sz="2000"/>
            </a:lvl2pPr>
            <a:lvl3pPr indent="-355600" lvl="2" marL="1371600" algn="l">
              <a:lnSpc>
                <a:spcPct val="100000"/>
              </a:lnSpc>
              <a:spcBef>
                <a:spcPts val="1200"/>
              </a:spcBef>
              <a:spcAft>
                <a:spcPts val="0"/>
              </a:spcAft>
              <a:buClr>
                <a:schemeClr val="dk1"/>
              </a:buClr>
              <a:buSzPts val="2000"/>
              <a:buFont typeface="Arial"/>
              <a:buAutoNum type="arabicParenR"/>
              <a:defRPr sz="2000"/>
            </a:lvl3pPr>
            <a:lvl4pPr indent="-355600" lvl="3" marL="1828800" algn="l">
              <a:lnSpc>
                <a:spcPct val="100000"/>
              </a:lnSpc>
              <a:spcBef>
                <a:spcPts val="1200"/>
              </a:spcBef>
              <a:spcAft>
                <a:spcPts val="0"/>
              </a:spcAft>
              <a:buClr>
                <a:schemeClr val="dk1"/>
              </a:buClr>
              <a:buSzPts val="2000"/>
              <a:buFont typeface="Arial"/>
              <a:buAutoNum type="alphaLcParenR"/>
              <a:defRPr sz="2000"/>
            </a:lvl4pPr>
            <a:lvl5pPr indent="-355600" lvl="4" marL="2286000" algn="l">
              <a:lnSpc>
                <a:spcPct val="100000"/>
              </a:lnSpc>
              <a:spcBef>
                <a:spcPts val="1200"/>
              </a:spcBef>
              <a:spcAft>
                <a:spcPts val="0"/>
              </a:spcAft>
              <a:buClr>
                <a:schemeClr val="dk1"/>
              </a:buClr>
              <a:buSzPts val="2000"/>
              <a:buFont typeface="Arial"/>
              <a:buAutoNum type="romanLcPeriod"/>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28"/>
          <p:cNvSpPr txBox="1"/>
          <p:nvPr>
            <p:ph idx="2" type="body"/>
          </p:nvPr>
        </p:nvSpPr>
        <p:spPr>
          <a:xfrm>
            <a:off x="4556760" y="2073275"/>
            <a:ext cx="6192838"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28"/>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32" name="Google Shape;32;p28"/>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la sección 2">
  <p:cSld name="Título de la sección 2">
    <p:bg>
      <p:bgPr>
        <a:solidFill>
          <a:srgbClr val="FCE9E7"/>
        </a:solidFill>
      </p:bgPr>
    </p:bg>
    <p:spTree>
      <p:nvGrpSpPr>
        <p:cNvPr id="33" name="Shape 33"/>
        <p:cNvGrpSpPr/>
        <p:nvPr/>
      </p:nvGrpSpPr>
      <p:grpSpPr>
        <a:xfrm>
          <a:off x="0" y="0"/>
          <a:ext cx="0" cy="0"/>
          <a:chOff x="0" y="0"/>
          <a:chExt cx="0" cy="0"/>
        </a:xfrm>
      </p:grpSpPr>
      <p:sp>
        <p:nvSpPr>
          <p:cNvPr id="34" name="Google Shape;34;p29"/>
          <p:cNvSpPr txBox="1"/>
          <p:nvPr>
            <p:ph type="title"/>
          </p:nvPr>
        </p:nvSpPr>
        <p:spPr>
          <a:xfrm>
            <a:off x="6096000" y="176784"/>
            <a:ext cx="5864352" cy="362102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9"/>
          <p:cNvSpPr/>
          <p:nvPr>
            <p:ph idx="2" type="pic"/>
          </p:nvPr>
        </p:nvSpPr>
        <p:spPr>
          <a:xfrm>
            <a:off x="-15240" y="-15240"/>
            <a:ext cx="4581525" cy="6602413"/>
          </a:xfrm>
          <a:prstGeom prst="rect">
            <a:avLst/>
          </a:prstGeom>
          <a:noFill/>
          <a:ln>
            <a:noFill/>
          </a:ln>
        </p:spPr>
      </p:sp>
      <p:sp>
        <p:nvSpPr>
          <p:cNvPr id="36" name="Google Shape;36;p29"/>
          <p:cNvSpPr txBox="1"/>
          <p:nvPr>
            <p:ph idx="1" type="body"/>
          </p:nvPr>
        </p:nvSpPr>
        <p:spPr>
          <a:xfrm>
            <a:off x="6096000" y="4084320"/>
            <a:ext cx="5864225" cy="236283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800"/>
              <a:buNone/>
              <a:defRPr sz="2800"/>
            </a:lvl1pPr>
            <a:lvl2pPr indent="-228600" lvl="1" marL="914400" algn="l">
              <a:lnSpc>
                <a:spcPct val="90000"/>
              </a:lnSpc>
              <a:spcBef>
                <a:spcPts val="500"/>
              </a:spcBef>
              <a:spcAft>
                <a:spcPts val="0"/>
              </a:spcAft>
              <a:buClr>
                <a:schemeClr val="dk1"/>
              </a:buClr>
              <a:buSzPts val="2400"/>
              <a:buNone/>
              <a:defRPr sz="2400"/>
            </a:lvl2pPr>
            <a:lvl3pPr indent="-228600" lvl="2" marL="1371600" algn="l">
              <a:lnSpc>
                <a:spcPct val="90000"/>
              </a:lnSpc>
              <a:spcBef>
                <a:spcPts val="500"/>
              </a:spcBef>
              <a:spcAft>
                <a:spcPts val="0"/>
              </a:spcAft>
              <a:buClr>
                <a:schemeClr val="dk1"/>
              </a:buClr>
              <a:buSzPts val="2000"/>
              <a:buNone/>
              <a:defRPr sz="2000"/>
            </a:lvl3pPr>
            <a:lvl4pPr indent="-228600" lvl="3" marL="1828800" algn="l">
              <a:lnSpc>
                <a:spcPct val="90000"/>
              </a:lnSpc>
              <a:spcBef>
                <a:spcPts val="500"/>
              </a:spcBef>
              <a:spcAft>
                <a:spcPts val="0"/>
              </a:spcAft>
              <a:buClr>
                <a:schemeClr val="dk1"/>
              </a:buClr>
              <a:buSzPts val="1800"/>
              <a:buNone/>
              <a:defRPr sz="1800"/>
            </a:lvl4pPr>
            <a:lvl5pPr indent="-228600" lvl="4" marL="2286000" algn="l">
              <a:lnSpc>
                <a:spcPct val="90000"/>
              </a:lnSpc>
              <a:spcBef>
                <a:spcPts val="500"/>
              </a:spcBef>
              <a:spcAft>
                <a:spcPts val="0"/>
              </a:spcAft>
              <a:buClr>
                <a:schemeClr val="dk1"/>
              </a:buClr>
              <a:buSzPts val="1800"/>
              <a:buNone/>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9"/>
          <p:cNvSpPr/>
          <p:nvPr/>
        </p:nvSpPr>
        <p:spPr>
          <a:xfrm>
            <a:off x="4572000" y="6583680"/>
            <a:ext cx="7620000" cy="274320"/>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umen 1">
  <p:cSld name="Resumen 1">
    <p:spTree>
      <p:nvGrpSpPr>
        <p:cNvPr id="38" name="Shape 38"/>
        <p:cNvGrpSpPr/>
        <p:nvPr/>
      </p:nvGrpSpPr>
      <p:grpSpPr>
        <a:xfrm>
          <a:off x="0" y="0"/>
          <a:ext cx="0" cy="0"/>
          <a:chOff x="0" y="0"/>
          <a:chExt cx="0" cy="0"/>
        </a:xfrm>
      </p:grpSpPr>
      <p:pic>
        <p:nvPicPr>
          <p:cNvPr id="39" name="Google Shape;39;p30"/>
          <p:cNvPicPr preferRelativeResize="0"/>
          <p:nvPr/>
        </p:nvPicPr>
        <p:blipFill rotWithShape="1">
          <a:blip r:embed="rId2">
            <a:alphaModFix/>
          </a:blip>
          <a:srcRect b="30269" l="19256" r="58720" t="-150"/>
          <a:stretch/>
        </p:blipFill>
        <p:spPr>
          <a:xfrm>
            <a:off x="8972551" y="5081287"/>
            <a:ext cx="3219450" cy="1776714"/>
          </a:xfrm>
          <a:prstGeom prst="rect">
            <a:avLst/>
          </a:prstGeom>
          <a:noFill/>
          <a:ln>
            <a:noFill/>
          </a:ln>
        </p:spPr>
      </p:pic>
      <p:sp>
        <p:nvSpPr>
          <p:cNvPr id="40" name="Google Shape;40;p30"/>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30"/>
          <p:cNvSpPr txBox="1"/>
          <p:nvPr>
            <p:ph idx="1" type="body"/>
          </p:nvPr>
        </p:nvSpPr>
        <p:spPr>
          <a:xfrm>
            <a:off x="911352" y="2058669"/>
            <a:ext cx="6192838" cy="3687763"/>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Char char="•"/>
              <a:defRPr sz="2000"/>
            </a:lvl1pPr>
            <a:lvl2pPr indent="-355600" lvl="1" marL="914400" algn="l">
              <a:lnSpc>
                <a:spcPct val="100000"/>
              </a:lnSpc>
              <a:spcBef>
                <a:spcPts val="600"/>
              </a:spcBef>
              <a:spcAft>
                <a:spcPts val="0"/>
              </a:spcAft>
              <a:buClr>
                <a:schemeClr val="dk1"/>
              </a:buClr>
              <a:buSzPts val="2000"/>
              <a:buChar char="•"/>
              <a:defRPr sz="2000"/>
            </a:lvl2pPr>
            <a:lvl3pPr indent="-355600" lvl="2" marL="1371600" algn="l">
              <a:lnSpc>
                <a:spcPct val="100000"/>
              </a:lnSpc>
              <a:spcBef>
                <a:spcPts val="600"/>
              </a:spcBef>
              <a:spcAft>
                <a:spcPts val="0"/>
              </a:spcAft>
              <a:buClr>
                <a:schemeClr val="dk1"/>
              </a:buClr>
              <a:buSzPts val="2000"/>
              <a:buChar char="•"/>
              <a:defRPr sz="20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0"/>
          <p:cNvSpPr txBox="1"/>
          <p:nvPr>
            <p:ph idx="2" type="body"/>
          </p:nvPr>
        </p:nvSpPr>
        <p:spPr>
          <a:xfrm>
            <a:off x="8295483" y="2058670"/>
            <a:ext cx="3002755"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000"/>
              </a:spcBef>
              <a:spcAft>
                <a:spcPts val="0"/>
              </a:spcAft>
              <a:buClr>
                <a:schemeClr val="dk1"/>
              </a:buClr>
              <a:buSzPts val="2000"/>
              <a:buFont typeface="Arial"/>
              <a:buNone/>
              <a:defRPr sz="2000"/>
            </a:lvl1pPr>
            <a:lvl2pPr indent="-228600" lvl="1" marL="914400" algn="l">
              <a:lnSpc>
                <a:spcPct val="100000"/>
              </a:lnSpc>
              <a:spcBef>
                <a:spcPts val="1000"/>
              </a:spcBef>
              <a:spcAft>
                <a:spcPts val="0"/>
              </a:spcAft>
              <a:buClr>
                <a:schemeClr val="dk1"/>
              </a:buClr>
              <a:buSzPts val="2000"/>
              <a:buFont typeface="Arial"/>
              <a:buNone/>
              <a:defRPr sz="2000"/>
            </a:lvl2pPr>
            <a:lvl3pPr indent="-228600" lvl="2" marL="1371600" algn="l">
              <a:lnSpc>
                <a:spcPct val="100000"/>
              </a:lnSpc>
              <a:spcBef>
                <a:spcPts val="1000"/>
              </a:spcBef>
              <a:spcAft>
                <a:spcPts val="0"/>
              </a:spcAft>
              <a:buClr>
                <a:schemeClr val="dk1"/>
              </a:buClr>
              <a:buSzPts val="2000"/>
              <a:buFont typeface="Arial"/>
              <a:buNone/>
              <a:defRPr sz="2000"/>
            </a:lvl3pPr>
            <a:lvl4pPr indent="-228600" lvl="3" marL="1828800" algn="l">
              <a:lnSpc>
                <a:spcPct val="100000"/>
              </a:lnSpc>
              <a:spcBef>
                <a:spcPts val="1000"/>
              </a:spcBef>
              <a:spcAft>
                <a:spcPts val="0"/>
              </a:spcAft>
              <a:buClr>
                <a:schemeClr val="dk1"/>
              </a:buClr>
              <a:buSzPts val="2000"/>
              <a:buFont typeface="Arial"/>
              <a:buNone/>
              <a:defRPr sz="2000"/>
            </a:lvl4pPr>
            <a:lvl5pPr indent="-228600" lvl="4" marL="2286000" algn="l">
              <a:lnSpc>
                <a:spcPct val="100000"/>
              </a:lnSpc>
              <a:spcBef>
                <a:spcPts val="1000"/>
              </a:spcBef>
              <a:spcAft>
                <a:spcPts val="0"/>
              </a:spcAft>
              <a:buClr>
                <a:schemeClr val="dk1"/>
              </a:buClr>
              <a:buSzPts val="2000"/>
              <a:buFont typeface="Arial"/>
              <a:buNone/>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30"/>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44" name="Google Shape;44;p30"/>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os contenidos">
  <p:cSld name="Título y dos contenidos">
    <p:spTree>
      <p:nvGrpSpPr>
        <p:cNvPr id="45" name="Shape 45"/>
        <p:cNvGrpSpPr/>
        <p:nvPr/>
      </p:nvGrpSpPr>
      <p:grpSpPr>
        <a:xfrm>
          <a:off x="0" y="0"/>
          <a:ext cx="0" cy="0"/>
          <a:chOff x="0" y="0"/>
          <a:chExt cx="0" cy="0"/>
        </a:xfrm>
      </p:grpSpPr>
      <p:sp>
        <p:nvSpPr>
          <p:cNvPr id="46" name="Google Shape;46;p31"/>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 type="body"/>
          </p:nvPr>
        </p:nvSpPr>
        <p:spPr>
          <a:xfrm>
            <a:off x="893763" y="2073275"/>
            <a:ext cx="4887594"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1"/>
          <p:cNvSpPr txBox="1"/>
          <p:nvPr>
            <p:ph idx="2" type="body"/>
          </p:nvPr>
        </p:nvSpPr>
        <p:spPr>
          <a:xfrm>
            <a:off x="6410644" y="2073275"/>
            <a:ext cx="4887594" cy="36877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1200"/>
              </a:spcBef>
              <a:spcAft>
                <a:spcPts val="0"/>
              </a:spcAft>
              <a:buClr>
                <a:schemeClr val="dk1"/>
              </a:buClr>
              <a:buSzPts val="2000"/>
              <a:buChar char="•"/>
              <a:defRPr sz="2000"/>
            </a:lvl3pPr>
            <a:lvl4pPr indent="-355600" lvl="3" marL="1828800" algn="l">
              <a:lnSpc>
                <a:spcPct val="100000"/>
              </a:lnSpc>
              <a:spcBef>
                <a:spcPts val="1200"/>
              </a:spcBef>
              <a:spcAft>
                <a:spcPts val="0"/>
              </a:spcAft>
              <a:buClr>
                <a:schemeClr val="dk1"/>
              </a:buClr>
              <a:buSzPts val="2000"/>
              <a:buChar char="•"/>
              <a:defRPr sz="2000"/>
            </a:lvl4pPr>
            <a:lvl5pPr indent="-355600" lvl="4" marL="2286000" algn="l">
              <a:lnSpc>
                <a:spcPct val="100000"/>
              </a:lnSpc>
              <a:spcBef>
                <a:spcPts val="1200"/>
              </a:spcBef>
              <a:spcAft>
                <a:spcPts val="0"/>
              </a:spcAft>
              <a:buClr>
                <a:schemeClr val="dk1"/>
              </a:buClr>
              <a:buSzPts val="2000"/>
              <a:buChar char="•"/>
              <a:defRPr sz="20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1"/>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50" name="Google Shape;50;p31"/>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2">
  <p:cSld name="Tabla 2">
    <p:spTree>
      <p:nvGrpSpPr>
        <p:cNvPr id="51" name="Shape 51"/>
        <p:cNvGrpSpPr/>
        <p:nvPr/>
      </p:nvGrpSpPr>
      <p:grpSpPr>
        <a:xfrm>
          <a:off x="0" y="0"/>
          <a:ext cx="0" cy="0"/>
          <a:chOff x="0" y="0"/>
          <a:chExt cx="0" cy="0"/>
        </a:xfrm>
      </p:grpSpPr>
      <p:sp>
        <p:nvSpPr>
          <p:cNvPr id="52" name="Google Shape;52;p32"/>
          <p:cNvSpPr txBox="1"/>
          <p:nvPr>
            <p:ph type="title"/>
          </p:nvPr>
        </p:nvSpPr>
        <p:spPr>
          <a:xfrm>
            <a:off x="893064" y="72518"/>
            <a:ext cx="10405174" cy="1326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 type="body"/>
          </p:nvPr>
        </p:nvSpPr>
        <p:spPr>
          <a:xfrm>
            <a:off x="911352" y="2043429"/>
            <a:ext cx="10405174" cy="3925467"/>
          </a:xfrm>
          <a:prstGeom prst="rect">
            <a:avLst/>
          </a:prstGeom>
          <a:noFill/>
          <a:ln>
            <a:noFill/>
          </a:ln>
        </p:spPr>
        <p:txBody>
          <a:bodyPr anchorCtr="0" anchor="t" bIns="45700" lIns="91425" spcFirstLastPara="1" rIns="91425" wrap="square" tIns="45700">
            <a:normAutofit/>
          </a:bodyPr>
          <a:lstStyle>
            <a:lvl1pPr indent="-355600" lvl="0" marL="457200" algn="l">
              <a:lnSpc>
                <a:spcPct val="100000"/>
              </a:lnSpc>
              <a:spcBef>
                <a:spcPts val="0"/>
              </a:spcBef>
              <a:spcAft>
                <a:spcPts val="0"/>
              </a:spcAft>
              <a:buClr>
                <a:schemeClr val="dk1"/>
              </a:buClr>
              <a:buSzPts val="2000"/>
              <a:buFont typeface="Arial"/>
              <a:buChar char="•"/>
              <a:defRPr sz="2000"/>
            </a:lvl1pPr>
            <a:lvl2pPr indent="-355600" lvl="1" marL="914400" algn="l">
              <a:lnSpc>
                <a:spcPct val="100000"/>
              </a:lnSpc>
              <a:spcBef>
                <a:spcPts val="1200"/>
              </a:spcBef>
              <a:spcAft>
                <a:spcPts val="0"/>
              </a:spcAft>
              <a:buClr>
                <a:schemeClr val="dk1"/>
              </a:buClr>
              <a:buSzPts val="2000"/>
              <a:buChar char="•"/>
              <a:defRPr sz="2000"/>
            </a:lvl2pPr>
            <a:lvl3pPr indent="-355600" lvl="2" marL="1371600" algn="l">
              <a:lnSpc>
                <a:spcPct val="100000"/>
              </a:lnSpc>
              <a:spcBef>
                <a:spcPts val="600"/>
              </a:spcBef>
              <a:spcAft>
                <a:spcPts val="0"/>
              </a:spcAft>
              <a:buClr>
                <a:schemeClr val="dk1"/>
              </a:buClr>
              <a:buSzPts val="2000"/>
              <a:buChar char="•"/>
              <a:defRPr sz="2000"/>
            </a:lvl3pPr>
            <a:lvl4pPr indent="-355600" lvl="3" marL="1828800" algn="l">
              <a:lnSpc>
                <a:spcPct val="100000"/>
              </a:lnSpc>
              <a:spcBef>
                <a:spcPts val="600"/>
              </a:spcBef>
              <a:spcAft>
                <a:spcPts val="0"/>
              </a:spcAft>
              <a:buClr>
                <a:schemeClr val="dk1"/>
              </a:buClr>
              <a:buSzPts val="2000"/>
              <a:buChar char="•"/>
              <a:defRPr sz="2000"/>
            </a:lvl4pPr>
            <a:lvl5pPr indent="-355600" lvl="4" marL="2286000" algn="l">
              <a:lnSpc>
                <a:spcPct val="10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2"/>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55" name="Google Shape;55;p32"/>
          <p:cNvSpPr txBox="1"/>
          <p:nvPr>
            <p:ph idx="11" type="ftr"/>
          </p:nvPr>
        </p:nvSpPr>
        <p:spPr>
          <a:xfrm>
            <a:off x="3806194" y="6246622"/>
            <a:ext cx="2743200"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cias">
  <p:cSld name="Gracias">
    <p:bg>
      <p:bgPr>
        <a:solidFill>
          <a:srgbClr val="FDDDA0"/>
        </a:solidFill>
      </p:bgPr>
    </p:bg>
    <p:spTree>
      <p:nvGrpSpPr>
        <p:cNvPr id="56" name="Shape 56"/>
        <p:cNvGrpSpPr/>
        <p:nvPr/>
      </p:nvGrpSpPr>
      <p:grpSpPr>
        <a:xfrm>
          <a:off x="0" y="0"/>
          <a:ext cx="0" cy="0"/>
          <a:chOff x="0" y="0"/>
          <a:chExt cx="0" cy="0"/>
        </a:xfrm>
      </p:grpSpPr>
      <p:pic>
        <p:nvPicPr>
          <p:cNvPr id="57" name="Google Shape;57;p33"/>
          <p:cNvPicPr preferRelativeResize="0"/>
          <p:nvPr/>
        </p:nvPicPr>
        <p:blipFill rotWithShape="1">
          <a:blip r:embed="rId2">
            <a:alphaModFix/>
          </a:blip>
          <a:srcRect b="11733" l="3433" r="24023" t="-5525"/>
          <a:stretch/>
        </p:blipFill>
        <p:spPr>
          <a:xfrm>
            <a:off x="4478101" y="0"/>
            <a:ext cx="7713899" cy="6858000"/>
          </a:xfrm>
          <a:prstGeom prst="rect">
            <a:avLst/>
          </a:prstGeom>
          <a:noFill/>
          <a:ln>
            <a:noFill/>
          </a:ln>
        </p:spPr>
      </p:pic>
      <p:sp>
        <p:nvSpPr>
          <p:cNvPr id="58" name="Google Shape;58;p33"/>
          <p:cNvSpPr txBox="1"/>
          <p:nvPr>
            <p:ph type="title"/>
          </p:nvPr>
        </p:nvSpPr>
        <p:spPr>
          <a:xfrm>
            <a:off x="911352" y="505016"/>
            <a:ext cx="5775656" cy="3284932"/>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3"/>
          <p:cNvSpPr txBox="1"/>
          <p:nvPr>
            <p:ph idx="1" type="body"/>
          </p:nvPr>
        </p:nvSpPr>
        <p:spPr>
          <a:xfrm>
            <a:off x="911353" y="4006024"/>
            <a:ext cx="5794248" cy="2346960"/>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0"/>
              </a:spcBef>
              <a:spcAft>
                <a:spcPts val="0"/>
              </a:spcAft>
              <a:buClr>
                <a:schemeClr val="dk1"/>
              </a:buClr>
              <a:buSzPts val="2000"/>
              <a:buFont typeface="Arial"/>
              <a:buNone/>
              <a:defRPr sz="2000"/>
            </a:lvl1pPr>
            <a:lvl2pPr indent="-355600" lvl="1" marL="914400" algn="l">
              <a:lnSpc>
                <a:spcPct val="120000"/>
              </a:lnSpc>
              <a:spcBef>
                <a:spcPts val="1200"/>
              </a:spcBef>
              <a:spcAft>
                <a:spcPts val="0"/>
              </a:spcAft>
              <a:buClr>
                <a:schemeClr val="dk1"/>
              </a:buClr>
              <a:buSzPts val="2000"/>
              <a:buFont typeface="Arial"/>
              <a:buChar char="•"/>
              <a:defRPr sz="2000"/>
            </a:lvl2pPr>
            <a:lvl3pPr indent="-355600" lvl="2" marL="1371600" algn="l">
              <a:lnSpc>
                <a:spcPct val="120000"/>
              </a:lnSpc>
              <a:spcBef>
                <a:spcPts val="500"/>
              </a:spcBef>
              <a:spcAft>
                <a:spcPts val="0"/>
              </a:spcAft>
              <a:buClr>
                <a:schemeClr val="dk1"/>
              </a:buClr>
              <a:buSzPts val="2000"/>
              <a:buFont typeface="Arial"/>
              <a:buChar char="•"/>
              <a:defRPr sz="2000"/>
            </a:lvl3pPr>
            <a:lvl4pPr indent="-355600" lvl="3" marL="1828800" algn="l">
              <a:lnSpc>
                <a:spcPct val="120000"/>
              </a:lnSpc>
              <a:spcBef>
                <a:spcPts val="500"/>
              </a:spcBef>
              <a:spcAft>
                <a:spcPts val="0"/>
              </a:spcAft>
              <a:buClr>
                <a:schemeClr val="dk1"/>
              </a:buClr>
              <a:buSzPts val="2000"/>
              <a:buFont typeface="Arial"/>
              <a:buChar char="•"/>
              <a:defRPr sz="2000"/>
            </a:lvl4pPr>
            <a:lvl5pPr indent="-355600" lvl="4" marL="2286000" algn="l">
              <a:lnSpc>
                <a:spcPct val="120000"/>
              </a:lnSpc>
              <a:spcBef>
                <a:spcPts val="500"/>
              </a:spcBef>
              <a:spcAft>
                <a:spcPts val="0"/>
              </a:spcAft>
              <a:buClr>
                <a:schemeClr val="dk1"/>
              </a:buClr>
              <a:buSzPts val="2000"/>
              <a:buFont typeface="Arial"/>
              <a:buChar char="•"/>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de la sección 3">
  <p:cSld name="Título de la sección 3">
    <p:bg>
      <p:bgPr>
        <a:solidFill>
          <a:srgbClr val="D7ECEB"/>
        </a:solidFill>
      </p:bgPr>
    </p:bg>
    <p:spTree>
      <p:nvGrpSpPr>
        <p:cNvPr id="60" name="Shape 60"/>
        <p:cNvGrpSpPr/>
        <p:nvPr/>
      </p:nvGrpSpPr>
      <p:grpSpPr>
        <a:xfrm>
          <a:off x="0" y="0"/>
          <a:ext cx="0" cy="0"/>
          <a:chOff x="0" y="0"/>
          <a:chExt cx="0" cy="0"/>
        </a:xfrm>
      </p:grpSpPr>
      <p:sp>
        <p:nvSpPr>
          <p:cNvPr id="61" name="Google Shape;61;p34"/>
          <p:cNvSpPr txBox="1"/>
          <p:nvPr>
            <p:ph type="title"/>
          </p:nvPr>
        </p:nvSpPr>
        <p:spPr>
          <a:xfrm>
            <a:off x="6095999" y="441960"/>
            <a:ext cx="5641897" cy="331689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4"/>
          <p:cNvSpPr txBox="1"/>
          <p:nvPr>
            <p:ph idx="1" type="body"/>
          </p:nvPr>
        </p:nvSpPr>
        <p:spPr>
          <a:xfrm>
            <a:off x="6109694" y="4068392"/>
            <a:ext cx="5580586" cy="2197590"/>
          </a:xfrm>
          <a:prstGeom prst="rect">
            <a:avLst/>
          </a:prstGeom>
          <a:noFill/>
          <a:ln>
            <a:noFill/>
          </a:ln>
        </p:spPr>
        <p:txBody>
          <a:bodyPr anchorCtr="0" anchor="t" bIns="45700" lIns="91425" spcFirstLastPara="1" rIns="91425" wrap="square" tIns="45700">
            <a:normAutofit/>
          </a:bodyPr>
          <a:lstStyle>
            <a:lvl1pPr indent="-228600" lvl="0" marL="457200" algn="l">
              <a:lnSpc>
                <a:spcPct val="85714"/>
              </a:lnSpc>
              <a:spcBef>
                <a:spcPts val="1000"/>
              </a:spcBef>
              <a:spcAft>
                <a:spcPts val="0"/>
              </a:spcAft>
              <a:buClr>
                <a:schemeClr val="dk1"/>
              </a:buClr>
              <a:buSzPts val="2800"/>
              <a:buNone/>
              <a:defRPr sz="2800"/>
            </a:lvl1pPr>
            <a:lvl2pPr indent="-228600" lvl="1" marL="914400" algn="l">
              <a:lnSpc>
                <a:spcPct val="120000"/>
              </a:lnSpc>
              <a:spcBef>
                <a:spcPts val="500"/>
              </a:spcBef>
              <a:spcAft>
                <a:spcPts val="0"/>
              </a:spcAft>
              <a:buClr>
                <a:schemeClr val="dk1"/>
              </a:buClr>
              <a:buSzPts val="2000"/>
              <a:buNone/>
              <a:defRPr sz="2000"/>
            </a:lvl2pPr>
            <a:lvl3pPr indent="-228600" lvl="2" marL="1371600" algn="l">
              <a:lnSpc>
                <a:spcPct val="120000"/>
              </a:lnSpc>
              <a:spcBef>
                <a:spcPts val="500"/>
              </a:spcBef>
              <a:spcAft>
                <a:spcPts val="0"/>
              </a:spcAft>
              <a:buClr>
                <a:schemeClr val="dk1"/>
              </a:buClr>
              <a:buSzPts val="2000"/>
              <a:buNone/>
              <a:defRPr sz="2000"/>
            </a:lvl3pPr>
            <a:lvl4pPr indent="-228600" lvl="3" marL="1828800" algn="l">
              <a:lnSpc>
                <a:spcPct val="120000"/>
              </a:lnSpc>
              <a:spcBef>
                <a:spcPts val="500"/>
              </a:spcBef>
              <a:spcAft>
                <a:spcPts val="0"/>
              </a:spcAft>
              <a:buClr>
                <a:schemeClr val="dk1"/>
              </a:buClr>
              <a:buSzPts val="2000"/>
              <a:buNone/>
              <a:defRPr sz="2000"/>
            </a:lvl4pPr>
            <a:lvl5pPr indent="-228600" lvl="4" marL="2286000" algn="l">
              <a:lnSpc>
                <a:spcPct val="120000"/>
              </a:lnSpc>
              <a:spcBef>
                <a:spcPts val="500"/>
              </a:spcBef>
              <a:spcAft>
                <a:spcPts val="0"/>
              </a:spcAft>
              <a:buClr>
                <a:schemeClr val="dk1"/>
              </a:buClr>
              <a:buSzPts val="2000"/>
              <a:buNone/>
              <a:defRPr sz="20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3" name="Google Shape;63;p34"/>
          <p:cNvPicPr preferRelativeResize="0"/>
          <p:nvPr/>
        </p:nvPicPr>
        <p:blipFill rotWithShape="1">
          <a:blip r:embed="rId2">
            <a:alphaModFix/>
          </a:blip>
          <a:srcRect b="0" l="21706" r="0" t="0"/>
          <a:stretch/>
        </p:blipFill>
        <p:spPr>
          <a:xfrm>
            <a:off x="0" y="0"/>
            <a:ext cx="4661067" cy="68580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contenido e imagen">
  <p:cSld name="Título, contenido e imagen">
    <p:bg>
      <p:bgPr>
        <a:solidFill>
          <a:schemeClr val="lt1"/>
        </a:solidFill>
      </p:bgPr>
    </p:bg>
    <p:spTree>
      <p:nvGrpSpPr>
        <p:cNvPr id="64" name="Shape 64"/>
        <p:cNvGrpSpPr/>
        <p:nvPr/>
      </p:nvGrpSpPr>
      <p:grpSpPr>
        <a:xfrm>
          <a:off x="0" y="0"/>
          <a:ext cx="0" cy="0"/>
          <a:chOff x="0" y="0"/>
          <a:chExt cx="0" cy="0"/>
        </a:xfrm>
      </p:grpSpPr>
      <p:sp>
        <p:nvSpPr>
          <p:cNvPr id="65" name="Google Shape;65;p35"/>
          <p:cNvSpPr/>
          <p:nvPr/>
        </p:nvSpPr>
        <p:spPr>
          <a:xfrm>
            <a:off x="0" y="6593303"/>
            <a:ext cx="2182090" cy="274321"/>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pic>
        <p:nvPicPr>
          <p:cNvPr id="66" name="Google Shape;66;p35"/>
          <p:cNvPicPr preferRelativeResize="0"/>
          <p:nvPr/>
        </p:nvPicPr>
        <p:blipFill rotWithShape="1">
          <a:blip r:embed="rId2">
            <a:alphaModFix/>
          </a:blip>
          <a:srcRect b="20417" l="21367" r="19367" t="32063"/>
          <a:stretch/>
        </p:blipFill>
        <p:spPr>
          <a:xfrm>
            <a:off x="4977245" y="0"/>
            <a:ext cx="7214755" cy="1439070"/>
          </a:xfrm>
          <a:prstGeom prst="rect">
            <a:avLst/>
          </a:prstGeom>
          <a:noFill/>
          <a:ln>
            <a:noFill/>
          </a:ln>
        </p:spPr>
      </p:pic>
      <p:sp>
        <p:nvSpPr>
          <p:cNvPr id="67" name="Google Shape;67;p35"/>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35"/>
          <p:cNvSpPr txBox="1"/>
          <p:nvPr>
            <p:ph idx="1" type="body"/>
          </p:nvPr>
        </p:nvSpPr>
        <p:spPr>
          <a:xfrm>
            <a:off x="899160" y="2087880"/>
            <a:ext cx="10210800" cy="195469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35"/>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
        <p:nvSpPr>
          <p:cNvPr id="70" name="Google Shape;70;p35"/>
          <p:cNvSpPr/>
          <p:nvPr>
            <p:ph idx="2" type="pic"/>
          </p:nvPr>
        </p:nvSpPr>
        <p:spPr>
          <a:xfrm>
            <a:off x="2179320" y="4094802"/>
            <a:ext cx="10027919" cy="246888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a">
  <p:cSld name="Tabla">
    <p:bg>
      <p:bgPr>
        <a:solidFill>
          <a:schemeClr val="lt1"/>
        </a:solidFill>
      </p:bgPr>
    </p:bg>
    <p:spTree>
      <p:nvGrpSpPr>
        <p:cNvPr id="71" name="Shape 71"/>
        <p:cNvGrpSpPr/>
        <p:nvPr/>
      </p:nvGrpSpPr>
      <p:grpSpPr>
        <a:xfrm>
          <a:off x="0" y="0"/>
          <a:ext cx="0" cy="0"/>
          <a:chOff x="0" y="0"/>
          <a:chExt cx="0" cy="0"/>
        </a:xfrm>
      </p:grpSpPr>
      <p:sp>
        <p:nvSpPr>
          <p:cNvPr id="72" name="Google Shape;72;p36"/>
          <p:cNvSpPr txBox="1"/>
          <p:nvPr>
            <p:ph type="title"/>
          </p:nvPr>
        </p:nvSpPr>
        <p:spPr>
          <a:xfrm>
            <a:off x="899160" y="137160"/>
            <a:ext cx="6172200" cy="124968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Arial"/>
              <a:buNone/>
              <a:defRPr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36"/>
          <p:cNvSpPr txBox="1"/>
          <p:nvPr>
            <p:ph idx="1" type="body"/>
          </p:nvPr>
        </p:nvSpPr>
        <p:spPr>
          <a:xfrm>
            <a:off x="899160" y="2026920"/>
            <a:ext cx="3017520" cy="3901758"/>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000"/>
              <a:buNone/>
              <a:defRPr sz="2000"/>
            </a:lvl1pPr>
            <a:lvl2pPr indent="-228600" lvl="1" marL="914400" algn="l">
              <a:lnSpc>
                <a:spcPct val="100000"/>
              </a:lnSpc>
              <a:spcBef>
                <a:spcPts val="1200"/>
              </a:spcBef>
              <a:spcAft>
                <a:spcPts val="0"/>
              </a:spcAft>
              <a:buClr>
                <a:schemeClr val="dk1"/>
              </a:buClr>
              <a:buSzPts val="1800"/>
              <a:buNone/>
              <a:defRPr sz="1800"/>
            </a:lvl2pPr>
            <a:lvl3pPr indent="-228600" lvl="2" marL="1371600" algn="l">
              <a:lnSpc>
                <a:spcPct val="100000"/>
              </a:lnSpc>
              <a:spcBef>
                <a:spcPts val="1200"/>
              </a:spcBef>
              <a:spcAft>
                <a:spcPts val="0"/>
              </a:spcAft>
              <a:buClr>
                <a:schemeClr val="dk1"/>
              </a:buClr>
              <a:buSzPts val="1600"/>
              <a:buNone/>
              <a:defRPr sz="1600"/>
            </a:lvl3pPr>
            <a:lvl4pPr indent="-228600" lvl="3" marL="1828800" algn="l">
              <a:lnSpc>
                <a:spcPct val="100000"/>
              </a:lnSpc>
              <a:spcBef>
                <a:spcPts val="1200"/>
              </a:spcBef>
              <a:spcAft>
                <a:spcPts val="0"/>
              </a:spcAft>
              <a:buClr>
                <a:schemeClr val="dk1"/>
              </a:buClr>
              <a:buSzPts val="1400"/>
              <a:buNone/>
              <a:defRPr sz="1400"/>
            </a:lvl4pPr>
            <a:lvl5pPr indent="-228600" lvl="4" marL="2286000" algn="l">
              <a:lnSpc>
                <a:spcPct val="100000"/>
              </a:lnSpc>
              <a:spcBef>
                <a:spcPts val="1200"/>
              </a:spcBef>
              <a:spcAft>
                <a:spcPts val="0"/>
              </a:spcAft>
              <a:buClr>
                <a:schemeClr val="dk1"/>
              </a:buClr>
              <a:buSzPts val="1400"/>
              <a:buNone/>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36"/>
          <p:cNvSpPr txBox="1"/>
          <p:nvPr>
            <p:ph idx="2" type="body"/>
          </p:nvPr>
        </p:nvSpPr>
        <p:spPr>
          <a:xfrm>
            <a:off x="4525963" y="2026603"/>
            <a:ext cx="6766877" cy="390207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0"/>
              </a:spcBef>
              <a:spcAft>
                <a:spcPts val="0"/>
              </a:spcAft>
              <a:buClr>
                <a:schemeClr val="dk1"/>
              </a:buClr>
              <a:buSzPts val="2800"/>
              <a:buChar char="•"/>
              <a:defRPr/>
            </a:lvl1pPr>
            <a:lvl2pPr indent="-381000" lvl="1" marL="914400" algn="l">
              <a:lnSpc>
                <a:spcPct val="90000"/>
              </a:lnSpc>
              <a:spcBef>
                <a:spcPts val="1200"/>
              </a:spcBef>
              <a:spcAft>
                <a:spcPts val="0"/>
              </a:spcAft>
              <a:buClr>
                <a:schemeClr val="dk1"/>
              </a:buClr>
              <a:buSzPts val="2400"/>
              <a:buChar char="•"/>
              <a:defRPr/>
            </a:lvl2pPr>
            <a:lvl3pPr indent="-355600" lvl="2" marL="1371600" algn="l">
              <a:lnSpc>
                <a:spcPct val="90000"/>
              </a:lnSpc>
              <a:spcBef>
                <a:spcPts val="600"/>
              </a:spcBef>
              <a:spcAft>
                <a:spcPts val="0"/>
              </a:spcAft>
              <a:buClr>
                <a:schemeClr val="dk1"/>
              </a:buClr>
              <a:buSzPts val="2000"/>
              <a:buChar char="•"/>
              <a:defRPr/>
            </a:lvl3pPr>
            <a:lvl4pPr indent="-355600" lvl="3" marL="1828800" algn="l">
              <a:lnSpc>
                <a:spcPct val="90000"/>
              </a:lnSpc>
              <a:spcBef>
                <a:spcPts val="600"/>
              </a:spcBef>
              <a:spcAft>
                <a:spcPts val="0"/>
              </a:spcAft>
              <a:buClr>
                <a:schemeClr val="dk1"/>
              </a:buClr>
              <a:buSzPts val="2000"/>
              <a:buChar char="•"/>
              <a:defRPr sz="2000"/>
            </a:lvl4pPr>
            <a:lvl5pPr indent="-355600" lvl="4" marL="2286000" algn="l">
              <a:lnSpc>
                <a:spcPct val="90000"/>
              </a:lnSpc>
              <a:spcBef>
                <a:spcPts val="600"/>
              </a:spcBef>
              <a:spcAft>
                <a:spcPts val="0"/>
              </a:spcAft>
              <a:buClr>
                <a:schemeClr val="dk1"/>
              </a:buClr>
              <a:buSzPts val="2000"/>
              <a:buChar char="•"/>
              <a:defRPr sz="2000"/>
            </a:lvl5pPr>
            <a:lvl6pPr indent="-342900" lvl="5" marL="2743200" algn="l">
              <a:lnSpc>
                <a:spcPct val="90000"/>
              </a:lnSpc>
              <a:spcBef>
                <a:spcPts val="6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6"/>
          <p:cNvSpPr txBox="1"/>
          <p:nvPr>
            <p:ph idx="12" type="sldNum"/>
          </p:nvPr>
        </p:nvSpPr>
        <p:spPr>
          <a:xfrm>
            <a:off x="911352" y="6246622"/>
            <a:ext cx="118872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400"/>
              <a:buFont typeface="Arial"/>
              <a:buNone/>
              <a:defRPr b="1" i="0" sz="14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p:cSld name="Encabezado de sección">
    <p:spTree>
      <p:nvGrpSpPr>
        <p:cNvPr id="76" name="Shape 76"/>
        <p:cNvGrpSpPr/>
        <p:nvPr/>
      </p:nvGrpSpPr>
      <p:grpSpPr>
        <a:xfrm>
          <a:off x="0" y="0"/>
          <a:ext cx="0" cy="0"/>
          <a:chOff x="0" y="0"/>
          <a:chExt cx="0" cy="0"/>
        </a:xfrm>
      </p:grpSpPr>
      <p:sp>
        <p:nvSpPr>
          <p:cNvPr id="77" name="Google Shape;77;p37"/>
          <p:cNvSpPr txBox="1"/>
          <p:nvPr>
            <p:ph type="title"/>
          </p:nvPr>
        </p:nvSpPr>
        <p:spPr>
          <a:xfrm>
            <a:off x="831850" y="4672584"/>
            <a:ext cx="10515600" cy="129941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000"/>
              <a:buFont typeface="Arial"/>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grpSp>
        <p:nvGrpSpPr>
          <p:cNvPr id="78" name="Google Shape;78;p37"/>
          <p:cNvGrpSpPr/>
          <p:nvPr/>
        </p:nvGrpSpPr>
        <p:grpSpPr>
          <a:xfrm>
            <a:off x="5716" y="-50037"/>
            <a:ext cx="12186031" cy="3025624"/>
            <a:chOff x="5716" y="-50037"/>
            <a:chExt cx="12186031" cy="3025624"/>
          </a:xfrm>
        </p:grpSpPr>
        <p:sp>
          <p:nvSpPr>
            <p:cNvPr id="79" name="Google Shape;79;p37"/>
            <p:cNvSpPr/>
            <p:nvPr/>
          </p:nvSpPr>
          <p:spPr>
            <a:xfrm>
              <a:off x="9865435" y="2327548"/>
              <a:ext cx="952261" cy="268535"/>
            </a:xfrm>
            <a:custGeom>
              <a:rect b="b" l="l" r="r" t="t"/>
              <a:pathLst>
                <a:path extrusionOk="0" h="268535" w="952261">
                  <a:moveTo>
                    <a:pt x="952262" y="268535"/>
                  </a:moveTo>
                  <a:lnTo>
                    <a:pt x="475750" y="116175"/>
                  </a:lnTo>
                  <a:lnTo>
                    <a:pt x="162900" y="21711"/>
                  </a:lnTo>
                  <a:cubicBezTo>
                    <a:pt x="160628" y="21051"/>
                    <a:pt x="159130" y="18867"/>
                    <a:pt x="159345" y="16506"/>
                  </a:cubicBezTo>
                  <a:lnTo>
                    <a:pt x="0" y="0"/>
                  </a:lnTo>
                  <a:lnTo>
                    <a:pt x="133698" y="38090"/>
                  </a:lnTo>
                  <a:lnTo>
                    <a:pt x="133698" y="38090"/>
                  </a:lnTo>
                  <a:lnTo>
                    <a:pt x="134587" y="38090"/>
                  </a:lnTo>
                  <a:lnTo>
                    <a:pt x="135475" y="38725"/>
                  </a:lnTo>
                  <a:lnTo>
                    <a:pt x="135475" y="38725"/>
                  </a:lnTo>
                  <a:lnTo>
                    <a:pt x="135475" y="38725"/>
                  </a:lnTo>
                  <a:cubicBezTo>
                    <a:pt x="135500" y="39017"/>
                    <a:pt x="135500" y="39322"/>
                    <a:pt x="135475" y="39614"/>
                  </a:cubicBezTo>
                  <a:cubicBezTo>
                    <a:pt x="135526" y="39906"/>
                    <a:pt x="135526" y="40210"/>
                    <a:pt x="135475" y="40503"/>
                  </a:cubicBezTo>
                  <a:cubicBezTo>
                    <a:pt x="135538" y="40795"/>
                    <a:pt x="135538" y="41099"/>
                    <a:pt x="135475" y="41391"/>
                  </a:cubicBezTo>
                  <a:cubicBezTo>
                    <a:pt x="135538" y="41722"/>
                    <a:pt x="135538" y="42077"/>
                    <a:pt x="135475" y="42407"/>
                  </a:cubicBezTo>
                  <a:lnTo>
                    <a:pt x="135475" y="42407"/>
                  </a:lnTo>
                  <a:close/>
                </a:path>
              </a:pathLst>
            </a:cu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0" name="Google Shape;80;p37"/>
            <p:cNvSpPr/>
            <p:nvPr/>
          </p:nvSpPr>
          <p:spPr>
            <a:xfrm>
              <a:off x="8614163" y="1807872"/>
              <a:ext cx="51549" cy="49897"/>
            </a:xfrm>
            <a:custGeom>
              <a:rect b="b" l="l" r="r" t="t"/>
              <a:pathLst>
                <a:path extrusionOk="0" h="49897" w="51549">
                  <a:moveTo>
                    <a:pt x="48502" y="9142"/>
                  </a:moveTo>
                  <a:lnTo>
                    <a:pt x="48502" y="9142"/>
                  </a:lnTo>
                  <a:lnTo>
                    <a:pt x="49518" y="9142"/>
                  </a:lnTo>
                  <a:lnTo>
                    <a:pt x="50660" y="9142"/>
                  </a:lnTo>
                  <a:lnTo>
                    <a:pt x="51549" y="9142"/>
                  </a:lnTo>
                  <a:lnTo>
                    <a:pt x="51549" y="635"/>
                  </a:lnTo>
                  <a:lnTo>
                    <a:pt x="51549" y="635"/>
                  </a:lnTo>
                  <a:cubicBezTo>
                    <a:pt x="50965" y="762"/>
                    <a:pt x="50356" y="762"/>
                    <a:pt x="49771" y="635"/>
                  </a:cubicBezTo>
                  <a:lnTo>
                    <a:pt x="47613" y="0"/>
                  </a:lnTo>
                  <a:lnTo>
                    <a:pt x="0" y="49898"/>
                  </a:lnTo>
                  <a:close/>
                </a:path>
              </a:pathLst>
            </a:cu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1" name="Google Shape;81;p37"/>
            <p:cNvSpPr/>
            <p:nvPr/>
          </p:nvSpPr>
          <p:spPr>
            <a:xfrm>
              <a:off x="6092192" y="292266"/>
              <a:ext cx="3458361" cy="1058651"/>
            </a:xfrm>
            <a:custGeom>
              <a:rect b="b" l="l" r="r" t="t"/>
              <a:pathLst>
                <a:path extrusionOk="0" h="1058651" w="3458361">
                  <a:moveTo>
                    <a:pt x="3121388" y="956951"/>
                  </a:moveTo>
                  <a:lnTo>
                    <a:pt x="3121388" y="956951"/>
                  </a:lnTo>
                  <a:lnTo>
                    <a:pt x="3120245" y="956316"/>
                  </a:lnTo>
                  <a:lnTo>
                    <a:pt x="3119483" y="956316"/>
                  </a:lnTo>
                  <a:lnTo>
                    <a:pt x="3119483" y="955554"/>
                  </a:lnTo>
                  <a:lnTo>
                    <a:pt x="3119483" y="954792"/>
                  </a:lnTo>
                  <a:cubicBezTo>
                    <a:pt x="3119483" y="954792"/>
                    <a:pt x="3119483" y="954158"/>
                    <a:pt x="3119483" y="953903"/>
                  </a:cubicBezTo>
                  <a:cubicBezTo>
                    <a:pt x="3119433" y="953561"/>
                    <a:pt x="3119433" y="953218"/>
                    <a:pt x="3119483" y="952888"/>
                  </a:cubicBezTo>
                  <a:lnTo>
                    <a:pt x="3119483" y="952888"/>
                  </a:lnTo>
                  <a:lnTo>
                    <a:pt x="3119483" y="331384"/>
                  </a:lnTo>
                  <a:lnTo>
                    <a:pt x="3119483" y="331384"/>
                  </a:lnTo>
                  <a:cubicBezTo>
                    <a:pt x="3119483" y="331384"/>
                    <a:pt x="3119483" y="331384"/>
                    <a:pt x="3119483" y="330495"/>
                  </a:cubicBezTo>
                  <a:cubicBezTo>
                    <a:pt x="3119483" y="329607"/>
                    <a:pt x="3119483" y="330495"/>
                    <a:pt x="3119483" y="330495"/>
                  </a:cubicBezTo>
                  <a:lnTo>
                    <a:pt x="3119483" y="330495"/>
                  </a:lnTo>
                  <a:lnTo>
                    <a:pt x="3119483" y="330495"/>
                  </a:lnTo>
                  <a:lnTo>
                    <a:pt x="3119483" y="329733"/>
                  </a:lnTo>
                  <a:lnTo>
                    <a:pt x="3119483" y="329733"/>
                  </a:lnTo>
                  <a:lnTo>
                    <a:pt x="3238579" y="232604"/>
                  </a:lnTo>
                  <a:lnTo>
                    <a:pt x="2857675" y="117699"/>
                  </a:lnTo>
                  <a:lnTo>
                    <a:pt x="2857675" y="565638"/>
                  </a:lnTo>
                  <a:lnTo>
                    <a:pt x="2857675" y="565638"/>
                  </a:lnTo>
                  <a:cubicBezTo>
                    <a:pt x="2857738" y="566019"/>
                    <a:pt x="2857738" y="566400"/>
                    <a:pt x="2857675" y="566781"/>
                  </a:cubicBezTo>
                  <a:cubicBezTo>
                    <a:pt x="2857738" y="567035"/>
                    <a:pt x="2857738" y="567289"/>
                    <a:pt x="2857675" y="567543"/>
                  </a:cubicBezTo>
                  <a:lnTo>
                    <a:pt x="2857675" y="567543"/>
                  </a:lnTo>
                  <a:lnTo>
                    <a:pt x="2856913" y="568432"/>
                  </a:lnTo>
                  <a:lnTo>
                    <a:pt x="2856913" y="568432"/>
                  </a:lnTo>
                  <a:lnTo>
                    <a:pt x="2602976" y="774753"/>
                  </a:lnTo>
                  <a:lnTo>
                    <a:pt x="2602976" y="774753"/>
                  </a:lnTo>
                  <a:lnTo>
                    <a:pt x="2602976" y="774753"/>
                  </a:lnTo>
                  <a:cubicBezTo>
                    <a:pt x="2602100" y="775312"/>
                    <a:pt x="2601097" y="775616"/>
                    <a:pt x="2600056" y="775642"/>
                  </a:cubicBezTo>
                  <a:lnTo>
                    <a:pt x="2598406" y="775642"/>
                  </a:lnTo>
                  <a:lnTo>
                    <a:pt x="28060" y="0"/>
                  </a:lnTo>
                  <a:lnTo>
                    <a:pt x="28060" y="0"/>
                  </a:lnTo>
                  <a:lnTo>
                    <a:pt x="28949" y="0"/>
                  </a:lnTo>
                  <a:lnTo>
                    <a:pt x="28949" y="0"/>
                  </a:lnTo>
                  <a:lnTo>
                    <a:pt x="28949" y="0"/>
                  </a:lnTo>
                  <a:cubicBezTo>
                    <a:pt x="28949" y="0"/>
                    <a:pt x="28949" y="0"/>
                    <a:pt x="28949" y="0"/>
                  </a:cubicBezTo>
                  <a:cubicBezTo>
                    <a:pt x="28987" y="254"/>
                    <a:pt x="28987" y="508"/>
                    <a:pt x="28949" y="762"/>
                  </a:cubicBezTo>
                  <a:lnTo>
                    <a:pt x="28949" y="762"/>
                  </a:lnTo>
                  <a:lnTo>
                    <a:pt x="28949" y="1524"/>
                  </a:lnTo>
                  <a:cubicBezTo>
                    <a:pt x="28949" y="1524"/>
                    <a:pt x="28949" y="1524"/>
                    <a:pt x="28949" y="2412"/>
                  </a:cubicBezTo>
                  <a:lnTo>
                    <a:pt x="28949" y="2412"/>
                  </a:lnTo>
                  <a:lnTo>
                    <a:pt x="28949" y="623408"/>
                  </a:lnTo>
                  <a:lnTo>
                    <a:pt x="28949" y="623408"/>
                  </a:lnTo>
                  <a:cubicBezTo>
                    <a:pt x="29025" y="623738"/>
                    <a:pt x="29025" y="624094"/>
                    <a:pt x="28949" y="624424"/>
                  </a:cubicBezTo>
                  <a:cubicBezTo>
                    <a:pt x="28949" y="624424"/>
                    <a:pt x="28949" y="624424"/>
                    <a:pt x="28949" y="625186"/>
                  </a:cubicBezTo>
                  <a:lnTo>
                    <a:pt x="28314" y="625948"/>
                  </a:lnTo>
                  <a:lnTo>
                    <a:pt x="27679" y="626836"/>
                  </a:lnTo>
                  <a:lnTo>
                    <a:pt x="27679" y="626836"/>
                  </a:lnTo>
                  <a:lnTo>
                    <a:pt x="0" y="649563"/>
                  </a:lnTo>
                  <a:lnTo>
                    <a:pt x="955309" y="747582"/>
                  </a:lnTo>
                  <a:lnTo>
                    <a:pt x="955309" y="634073"/>
                  </a:lnTo>
                  <a:cubicBezTo>
                    <a:pt x="955245" y="633870"/>
                    <a:pt x="955245" y="633642"/>
                    <a:pt x="955309" y="633439"/>
                  </a:cubicBezTo>
                  <a:lnTo>
                    <a:pt x="955309" y="632677"/>
                  </a:lnTo>
                  <a:lnTo>
                    <a:pt x="955309" y="632677"/>
                  </a:lnTo>
                  <a:lnTo>
                    <a:pt x="955309" y="632677"/>
                  </a:lnTo>
                  <a:cubicBezTo>
                    <a:pt x="955283" y="632385"/>
                    <a:pt x="955283" y="632080"/>
                    <a:pt x="955309" y="631788"/>
                  </a:cubicBezTo>
                  <a:lnTo>
                    <a:pt x="955309" y="631153"/>
                  </a:lnTo>
                  <a:lnTo>
                    <a:pt x="955309" y="631153"/>
                  </a:lnTo>
                  <a:lnTo>
                    <a:pt x="1167473" y="412389"/>
                  </a:lnTo>
                  <a:lnTo>
                    <a:pt x="1167473" y="412389"/>
                  </a:lnTo>
                  <a:lnTo>
                    <a:pt x="1167473" y="412389"/>
                  </a:lnTo>
                  <a:cubicBezTo>
                    <a:pt x="1167765" y="412326"/>
                    <a:pt x="1168070" y="412326"/>
                    <a:pt x="1168362" y="412389"/>
                  </a:cubicBezTo>
                  <a:lnTo>
                    <a:pt x="1169251" y="412389"/>
                  </a:lnTo>
                  <a:lnTo>
                    <a:pt x="1170266" y="412389"/>
                  </a:lnTo>
                  <a:lnTo>
                    <a:pt x="1176107" y="412389"/>
                  </a:lnTo>
                  <a:lnTo>
                    <a:pt x="1758637" y="545070"/>
                  </a:lnTo>
                  <a:lnTo>
                    <a:pt x="1758637" y="545070"/>
                  </a:lnTo>
                  <a:lnTo>
                    <a:pt x="1758637" y="545070"/>
                  </a:lnTo>
                  <a:lnTo>
                    <a:pt x="1758637" y="545070"/>
                  </a:lnTo>
                  <a:lnTo>
                    <a:pt x="1759399" y="545070"/>
                  </a:lnTo>
                  <a:lnTo>
                    <a:pt x="1759399" y="545070"/>
                  </a:lnTo>
                  <a:lnTo>
                    <a:pt x="1759399" y="545070"/>
                  </a:lnTo>
                  <a:lnTo>
                    <a:pt x="1759399" y="545070"/>
                  </a:lnTo>
                  <a:lnTo>
                    <a:pt x="1759399" y="545070"/>
                  </a:lnTo>
                  <a:cubicBezTo>
                    <a:pt x="1759399" y="545070"/>
                    <a:pt x="1759399" y="545070"/>
                    <a:pt x="1759399" y="545704"/>
                  </a:cubicBezTo>
                  <a:cubicBezTo>
                    <a:pt x="1759463" y="545958"/>
                    <a:pt x="1759463" y="546212"/>
                    <a:pt x="1759399" y="546466"/>
                  </a:cubicBezTo>
                  <a:lnTo>
                    <a:pt x="1759399" y="753550"/>
                  </a:lnTo>
                  <a:lnTo>
                    <a:pt x="1759399" y="753550"/>
                  </a:lnTo>
                  <a:cubicBezTo>
                    <a:pt x="1759463" y="753930"/>
                    <a:pt x="1759463" y="754311"/>
                    <a:pt x="1759399" y="754692"/>
                  </a:cubicBezTo>
                  <a:lnTo>
                    <a:pt x="1759399" y="755454"/>
                  </a:lnTo>
                  <a:lnTo>
                    <a:pt x="1759399" y="756089"/>
                  </a:lnTo>
                  <a:lnTo>
                    <a:pt x="1758765" y="756978"/>
                  </a:lnTo>
                  <a:lnTo>
                    <a:pt x="1758765" y="756978"/>
                  </a:lnTo>
                  <a:lnTo>
                    <a:pt x="1722070" y="792528"/>
                  </a:lnTo>
                  <a:lnTo>
                    <a:pt x="1722070" y="792528"/>
                  </a:lnTo>
                  <a:lnTo>
                    <a:pt x="1683345" y="823889"/>
                  </a:lnTo>
                  <a:lnTo>
                    <a:pt x="2973724" y="956189"/>
                  </a:lnTo>
                  <a:lnTo>
                    <a:pt x="2974866" y="956189"/>
                  </a:lnTo>
                  <a:lnTo>
                    <a:pt x="3057904" y="981582"/>
                  </a:lnTo>
                  <a:lnTo>
                    <a:pt x="3458361" y="1058651"/>
                  </a:lnTo>
                  <a:close/>
                </a:path>
              </a:pathLst>
            </a:cu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2" name="Google Shape;82;p37"/>
            <p:cNvSpPr/>
            <p:nvPr/>
          </p:nvSpPr>
          <p:spPr>
            <a:xfrm>
              <a:off x="4278070" y="29318"/>
              <a:ext cx="1022221" cy="308021"/>
            </a:xfrm>
            <a:custGeom>
              <a:rect b="b" l="l" r="r" t="t"/>
              <a:pathLst>
                <a:path extrusionOk="0" h="308021" w="1022221">
                  <a:moveTo>
                    <a:pt x="2540" y="0"/>
                  </a:moveTo>
                  <a:lnTo>
                    <a:pt x="0" y="3682"/>
                  </a:lnTo>
                  <a:lnTo>
                    <a:pt x="0" y="3682"/>
                  </a:lnTo>
                  <a:lnTo>
                    <a:pt x="889" y="3682"/>
                  </a:lnTo>
                  <a:lnTo>
                    <a:pt x="889" y="3682"/>
                  </a:lnTo>
                  <a:cubicBezTo>
                    <a:pt x="927" y="3898"/>
                    <a:pt x="927" y="4101"/>
                    <a:pt x="889" y="4317"/>
                  </a:cubicBezTo>
                  <a:cubicBezTo>
                    <a:pt x="1168" y="4558"/>
                    <a:pt x="1384" y="4863"/>
                    <a:pt x="1524" y="5206"/>
                  </a:cubicBezTo>
                  <a:cubicBezTo>
                    <a:pt x="1524" y="5206"/>
                    <a:pt x="1524" y="5840"/>
                    <a:pt x="1524" y="6221"/>
                  </a:cubicBezTo>
                  <a:cubicBezTo>
                    <a:pt x="1524" y="6602"/>
                    <a:pt x="1524" y="6221"/>
                    <a:pt x="1524" y="6983"/>
                  </a:cubicBezTo>
                  <a:lnTo>
                    <a:pt x="1524" y="8507"/>
                  </a:lnTo>
                  <a:lnTo>
                    <a:pt x="1022222" y="308022"/>
                  </a:lnTo>
                  <a:close/>
                </a:path>
              </a:pathLst>
            </a:cu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3" name="Google Shape;83;p37"/>
            <p:cNvSpPr/>
            <p:nvPr/>
          </p:nvSpPr>
          <p:spPr>
            <a:xfrm>
              <a:off x="10809444" y="-12696"/>
              <a:ext cx="1265873" cy="505824"/>
            </a:xfrm>
            <a:custGeom>
              <a:rect b="b" l="l" r="r" t="t"/>
              <a:pathLst>
                <a:path extrusionOk="0" h="505824" w="1265873">
                  <a:moveTo>
                    <a:pt x="0" y="0"/>
                  </a:moveTo>
                  <a:lnTo>
                    <a:pt x="945372" y="0"/>
                  </a:lnTo>
                  <a:lnTo>
                    <a:pt x="1265873" y="102450"/>
                  </a:lnTo>
                  <a:lnTo>
                    <a:pt x="1265873" y="505824"/>
                  </a:lnTo>
                  <a:lnTo>
                    <a:pt x="0" y="101688"/>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4" name="Google Shape;84;p37"/>
            <p:cNvSpPr/>
            <p:nvPr/>
          </p:nvSpPr>
          <p:spPr>
            <a:xfrm>
              <a:off x="12086110" y="93055"/>
              <a:ext cx="105510" cy="435370"/>
            </a:xfrm>
            <a:custGeom>
              <a:rect b="b" l="l" r="r" t="t"/>
              <a:pathLst>
                <a:path extrusionOk="0" h="435370" w="105510">
                  <a:moveTo>
                    <a:pt x="0" y="403501"/>
                  </a:moveTo>
                  <a:lnTo>
                    <a:pt x="105511" y="435370"/>
                  </a:lnTo>
                  <a:lnTo>
                    <a:pt x="105511" y="31869"/>
                  </a:lnTo>
                  <a:lnTo>
                    <a:pt x="0" y="0"/>
                  </a:lnTo>
                  <a:lnTo>
                    <a:pt x="0" y="403501"/>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5" name="Google Shape;85;p37"/>
            <p:cNvSpPr/>
            <p:nvPr/>
          </p:nvSpPr>
          <p:spPr>
            <a:xfrm>
              <a:off x="12091315" y="2655"/>
              <a:ext cx="100305" cy="111985"/>
            </a:xfrm>
            <a:custGeom>
              <a:rect b="b" l="l" r="r" t="t"/>
              <a:pathLst>
                <a:path extrusionOk="0" h="111985" w="100305">
                  <a:moveTo>
                    <a:pt x="100305" y="111985"/>
                  </a:moveTo>
                  <a:lnTo>
                    <a:pt x="100305" y="0"/>
                  </a:lnTo>
                  <a:lnTo>
                    <a:pt x="0" y="81640"/>
                  </a:lnTo>
                  <a:lnTo>
                    <a:pt x="100305" y="111985"/>
                  </a:lnTo>
                  <a:close/>
                </a:path>
              </a:pathLst>
            </a:custGeom>
            <a:solidFill>
              <a:srgbClr val="F9AA1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6" name="Google Shape;86;p37"/>
            <p:cNvSpPr/>
            <p:nvPr/>
          </p:nvSpPr>
          <p:spPr>
            <a:xfrm>
              <a:off x="9859975" y="328071"/>
              <a:ext cx="1740226" cy="683844"/>
            </a:xfrm>
            <a:custGeom>
              <a:rect b="b" l="l" r="r" t="t"/>
              <a:pathLst>
                <a:path extrusionOk="0" h="683844" w="1740226">
                  <a:moveTo>
                    <a:pt x="1032886" y="514217"/>
                  </a:moveTo>
                  <a:lnTo>
                    <a:pt x="1450739" y="641184"/>
                  </a:lnTo>
                  <a:lnTo>
                    <a:pt x="1450739" y="641184"/>
                  </a:lnTo>
                  <a:cubicBezTo>
                    <a:pt x="1450739" y="641184"/>
                    <a:pt x="1450739" y="641184"/>
                    <a:pt x="1451501" y="641184"/>
                  </a:cubicBezTo>
                  <a:lnTo>
                    <a:pt x="1452263" y="641184"/>
                  </a:lnTo>
                  <a:lnTo>
                    <a:pt x="1452263" y="641184"/>
                  </a:lnTo>
                  <a:cubicBezTo>
                    <a:pt x="1452263" y="641184"/>
                    <a:pt x="1452263" y="641184"/>
                    <a:pt x="1452263" y="641184"/>
                  </a:cubicBezTo>
                  <a:lnTo>
                    <a:pt x="1452263" y="641945"/>
                  </a:lnTo>
                  <a:lnTo>
                    <a:pt x="1452263" y="641945"/>
                  </a:lnTo>
                  <a:cubicBezTo>
                    <a:pt x="1452263" y="641945"/>
                    <a:pt x="1452263" y="641945"/>
                    <a:pt x="1452263" y="642707"/>
                  </a:cubicBezTo>
                  <a:cubicBezTo>
                    <a:pt x="1452263" y="643469"/>
                    <a:pt x="1452263" y="642707"/>
                    <a:pt x="1452263" y="643469"/>
                  </a:cubicBezTo>
                  <a:lnTo>
                    <a:pt x="1452263" y="683845"/>
                  </a:lnTo>
                  <a:lnTo>
                    <a:pt x="1740227" y="449717"/>
                  </a:lnTo>
                  <a:lnTo>
                    <a:pt x="248350" y="0"/>
                  </a:lnTo>
                  <a:lnTo>
                    <a:pt x="206196" y="34281"/>
                  </a:lnTo>
                  <a:lnTo>
                    <a:pt x="0" y="202004"/>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7" name="Google Shape;87;p37"/>
            <p:cNvSpPr/>
            <p:nvPr/>
          </p:nvSpPr>
          <p:spPr>
            <a:xfrm>
              <a:off x="11314396" y="782994"/>
              <a:ext cx="496826" cy="353730"/>
            </a:xfrm>
            <a:custGeom>
              <a:rect b="b" l="l" r="r" t="t"/>
              <a:pathLst>
                <a:path extrusionOk="0" h="353730" w="496826">
                  <a:moveTo>
                    <a:pt x="0" y="312466"/>
                  </a:moveTo>
                  <a:lnTo>
                    <a:pt x="135476" y="353730"/>
                  </a:lnTo>
                  <a:lnTo>
                    <a:pt x="496827" y="59674"/>
                  </a:lnTo>
                  <a:lnTo>
                    <a:pt x="299773" y="0"/>
                  </a:lnTo>
                  <a:lnTo>
                    <a:pt x="0" y="243777"/>
                  </a:lnTo>
                  <a:lnTo>
                    <a:pt x="0" y="312466"/>
                  </a:lnTo>
                  <a:close/>
                </a:path>
              </a:pathLst>
            </a:custGeom>
            <a:solidFill>
              <a:srgbClr val="C4E3E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8" name="Google Shape;88;p37"/>
            <p:cNvSpPr/>
            <p:nvPr/>
          </p:nvSpPr>
          <p:spPr>
            <a:xfrm>
              <a:off x="9220690" y="630380"/>
              <a:ext cx="1411124" cy="930414"/>
            </a:xfrm>
            <a:custGeom>
              <a:rect b="b" l="l" r="r" t="t"/>
              <a:pathLst>
                <a:path extrusionOk="0" h="930414" w="1411124">
                  <a:moveTo>
                    <a:pt x="0" y="0"/>
                  </a:moveTo>
                  <a:lnTo>
                    <a:pt x="0" y="610711"/>
                  </a:lnTo>
                  <a:lnTo>
                    <a:pt x="423439" y="738821"/>
                  </a:lnTo>
                  <a:lnTo>
                    <a:pt x="1320089" y="911369"/>
                  </a:lnTo>
                  <a:lnTo>
                    <a:pt x="1320089" y="911369"/>
                  </a:lnTo>
                  <a:lnTo>
                    <a:pt x="1320216" y="911369"/>
                  </a:lnTo>
                  <a:lnTo>
                    <a:pt x="1411125" y="930414"/>
                  </a:lnTo>
                  <a:lnTo>
                    <a:pt x="1411125" y="426482"/>
                  </a:lnTo>
                  <a:lnTo>
                    <a:pt x="0"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89" name="Google Shape;89;p37"/>
            <p:cNvSpPr/>
            <p:nvPr/>
          </p:nvSpPr>
          <p:spPr>
            <a:xfrm>
              <a:off x="10642608" y="1060036"/>
              <a:ext cx="407567" cy="588492"/>
            </a:xfrm>
            <a:custGeom>
              <a:rect b="b" l="l" r="r" t="t"/>
              <a:pathLst>
                <a:path extrusionOk="0" h="588492" w="407567">
                  <a:moveTo>
                    <a:pt x="0" y="503044"/>
                  </a:moveTo>
                  <a:lnTo>
                    <a:pt x="407568" y="588492"/>
                  </a:lnTo>
                  <a:lnTo>
                    <a:pt x="407568" y="123158"/>
                  </a:lnTo>
                  <a:lnTo>
                    <a:pt x="0" y="0"/>
                  </a:lnTo>
                  <a:lnTo>
                    <a:pt x="0" y="50304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0" name="Google Shape;90;p37"/>
            <p:cNvSpPr/>
            <p:nvPr/>
          </p:nvSpPr>
          <p:spPr>
            <a:xfrm>
              <a:off x="9225769" y="422916"/>
              <a:ext cx="1654777" cy="624804"/>
            </a:xfrm>
            <a:custGeom>
              <a:rect b="b" l="l" r="r" t="t"/>
              <a:pathLst>
                <a:path extrusionOk="0" h="624804" w="1654777">
                  <a:moveTo>
                    <a:pt x="1410237" y="624805"/>
                  </a:moveTo>
                  <a:lnTo>
                    <a:pt x="1654777" y="425974"/>
                  </a:lnTo>
                  <a:lnTo>
                    <a:pt x="622017" y="113889"/>
                  </a:lnTo>
                  <a:lnTo>
                    <a:pt x="503302" y="78085"/>
                  </a:lnTo>
                  <a:lnTo>
                    <a:pt x="244668" y="0"/>
                  </a:lnTo>
                  <a:lnTo>
                    <a:pt x="119096" y="101701"/>
                  </a:lnTo>
                  <a:lnTo>
                    <a:pt x="119096" y="101701"/>
                  </a:lnTo>
                  <a:lnTo>
                    <a:pt x="0" y="198703"/>
                  </a:lnTo>
                  <a:lnTo>
                    <a:pt x="1410237" y="624805"/>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1" name="Google Shape;91;p37"/>
            <p:cNvSpPr/>
            <p:nvPr/>
          </p:nvSpPr>
          <p:spPr>
            <a:xfrm>
              <a:off x="10647813" y="852572"/>
              <a:ext cx="650712" cy="321607"/>
            </a:xfrm>
            <a:custGeom>
              <a:rect b="b" l="l" r="r" t="t"/>
              <a:pathLst>
                <a:path extrusionOk="0" h="321607" w="650712">
                  <a:moveTo>
                    <a:pt x="0" y="198703"/>
                  </a:moveTo>
                  <a:lnTo>
                    <a:pt x="406553" y="321608"/>
                  </a:lnTo>
                  <a:lnTo>
                    <a:pt x="650712" y="122777"/>
                  </a:lnTo>
                  <a:lnTo>
                    <a:pt x="244541" y="0"/>
                  </a:lnTo>
                  <a:lnTo>
                    <a:pt x="0" y="198703"/>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2" name="Google Shape;92;p37"/>
            <p:cNvSpPr/>
            <p:nvPr/>
          </p:nvSpPr>
          <p:spPr>
            <a:xfrm>
              <a:off x="8696438" y="247828"/>
              <a:ext cx="243017" cy="805732"/>
            </a:xfrm>
            <a:custGeom>
              <a:rect b="b" l="l" r="r" t="t"/>
              <a:pathLst>
                <a:path extrusionOk="0" h="805732" w="243017">
                  <a:moveTo>
                    <a:pt x="243017" y="608172"/>
                  </a:moveTo>
                  <a:lnTo>
                    <a:pt x="243017" y="153249"/>
                  </a:lnTo>
                  <a:lnTo>
                    <a:pt x="243017" y="0"/>
                  </a:lnTo>
                  <a:lnTo>
                    <a:pt x="0" y="197434"/>
                  </a:lnTo>
                  <a:lnTo>
                    <a:pt x="0" y="805733"/>
                  </a:lnTo>
                  <a:lnTo>
                    <a:pt x="243017" y="608172"/>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3" name="Google Shape;93;p37"/>
            <p:cNvSpPr/>
            <p:nvPr/>
          </p:nvSpPr>
          <p:spPr>
            <a:xfrm>
              <a:off x="5145790" y="-12696"/>
              <a:ext cx="3539857" cy="1070447"/>
            </a:xfrm>
            <a:custGeom>
              <a:rect b="b" l="l" r="r" t="t"/>
              <a:pathLst>
                <a:path extrusionOk="0" h="1070447" w="3539857">
                  <a:moveTo>
                    <a:pt x="0" y="0"/>
                  </a:moveTo>
                  <a:lnTo>
                    <a:pt x="2020293" y="0"/>
                  </a:lnTo>
                  <a:lnTo>
                    <a:pt x="3539857" y="459354"/>
                  </a:lnTo>
                  <a:lnTo>
                    <a:pt x="3539857" y="1070447"/>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4" name="Google Shape;94;p37"/>
            <p:cNvSpPr/>
            <p:nvPr/>
          </p:nvSpPr>
          <p:spPr>
            <a:xfrm>
              <a:off x="7200361" y="-12696"/>
              <a:ext cx="1734016" cy="450213"/>
            </a:xfrm>
            <a:custGeom>
              <a:rect b="b" l="l" r="r" t="t"/>
              <a:pathLst>
                <a:path extrusionOk="0" h="450213" w="1734016">
                  <a:moveTo>
                    <a:pt x="0" y="0"/>
                  </a:moveTo>
                  <a:lnTo>
                    <a:pt x="901572" y="0"/>
                  </a:lnTo>
                  <a:lnTo>
                    <a:pt x="1734016" y="251510"/>
                  </a:lnTo>
                  <a:lnTo>
                    <a:pt x="1489476" y="45021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5" name="Google Shape;95;p37"/>
            <p:cNvSpPr/>
            <p:nvPr/>
          </p:nvSpPr>
          <p:spPr>
            <a:xfrm>
              <a:off x="8136109" y="-12695"/>
              <a:ext cx="1588137" cy="527789"/>
            </a:xfrm>
            <a:custGeom>
              <a:rect b="b" l="l" r="r" t="t"/>
              <a:pathLst>
                <a:path extrusionOk="0" h="527789" w="1588137">
                  <a:moveTo>
                    <a:pt x="0" y="0"/>
                  </a:moveTo>
                  <a:lnTo>
                    <a:pt x="792404" y="0"/>
                  </a:lnTo>
                  <a:lnTo>
                    <a:pt x="1588137" y="240590"/>
                  </a:lnTo>
                  <a:lnTo>
                    <a:pt x="1588137" y="503158"/>
                  </a:lnTo>
                  <a:lnTo>
                    <a:pt x="1334201" y="426216"/>
                  </a:lnTo>
                  <a:lnTo>
                    <a:pt x="1331408" y="426216"/>
                  </a:lnTo>
                  <a:lnTo>
                    <a:pt x="1330519" y="426216"/>
                  </a:lnTo>
                  <a:lnTo>
                    <a:pt x="1329503" y="426216"/>
                  </a:lnTo>
                  <a:lnTo>
                    <a:pt x="1203931" y="527789"/>
                  </a:lnTo>
                  <a:lnTo>
                    <a:pt x="812235" y="408059"/>
                  </a:lnTo>
                  <a:lnTo>
                    <a:pt x="812235" y="247319"/>
                  </a:lnTo>
                  <a:cubicBezTo>
                    <a:pt x="812235" y="246557"/>
                    <a:pt x="812235" y="246811"/>
                    <a:pt x="812235" y="246557"/>
                  </a:cubicBezTo>
                  <a:cubicBezTo>
                    <a:pt x="812235" y="246303"/>
                    <a:pt x="812235" y="245668"/>
                    <a:pt x="812235" y="245668"/>
                  </a:cubicBezTo>
                  <a:lnTo>
                    <a:pt x="812235" y="244907"/>
                  </a:lnTo>
                  <a:lnTo>
                    <a:pt x="811473" y="244907"/>
                  </a:lnTo>
                  <a:lnTo>
                    <a:pt x="810711" y="244907"/>
                  </a:lnTo>
                  <a:lnTo>
                    <a:pt x="810457" y="245034"/>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6" name="Google Shape;96;p37"/>
            <p:cNvSpPr/>
            <p:nvPr/>
          </p:nvSpPr>
          <p:spPr>
            <a:xfrm>
              <a:off x="9736181" y="-34166"/>
              <a:ext cx="320976" cy="560686"/>
            </a:xfrm>
            <a:custGeom>
              <a:rect b="b" l="l" r="r" t="t"/>
              <a:pathLst>
                <a:path extrusionOk="0" h="560686" w="320976">
                  <a:moveTo>
                    <a:pt x="111986" y="560686"/>
                  </a:moveTo>
                  <a:lnTo>
                    <a:pt x="320976" y="390677"/>
                  </a:lnTo>
                  <a:lnTo>
                    <a:pt x="320976" y="0"/>
                  </a:lnTo>
                  <a:lnTo>
                    <a:pt x="0" y="260663"/>
                  </a:lnTo>
                  <a:lnTo>
                    <a:pt x="0" y="526913"/>
                  </a:lnTo>
                  <a:lnTo>
                    <a:pt x="111986" y="560686"/>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7" name="Google Shape;97;p37"/>
            <p:cNvSpPr/>
            <p:nvPr/>
          </p:nvSpPr>
          <p:spPr>
            <a:xfrm>
              <a:off x="8963680" y="-12696"/>
              <a:ext cx="1050864" cy="231449"/>
            </a:xfrm>
            <a:custGeom>
              <a:rect b="b" l="l" r="r" t="t"/>
              <a:pathLst>
                <a:path extrusionOk="0" h="231449" w="1050864">
                  <a:moveTo>
                    <a:pt x="0" y="0"/>
                  </a:moveTo>
                  <a:lnTo>
                    <a:pt x="1050864" y="0"/>
                  </a:lnTo>
                  <a:lnTo>
                    <a:pt x="765898" y="231449"/>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8" name="Google Shape;98;p37"/>
            <p:cNvSpPr/>
            <p:nvPr/>
          </p:nvSpPr>
          <p:spPr>
            <a:xfrm>
              <a:off x="7815659" y="853334"/>
              <a:ext cx="28187" cy="216732"/>
            </a:xfrm>
            <a:custGeom>
              <a:rect b="b" l="l" r="r" t="t"/>
              <a:pathLst>
                <a:path extrusionOk="0" h="216732" w="28187">
                  <a:moveTo>
                    <a:pt x="28187" y="193625"/>
                  </a:moveTo>
                  <a:lnTo>
                    <a:pt x="28187" y="0"/>
                  </a:lnTo>
                  <a:lnTo>
                    <a:pt x="0" y="22854"/>
                  </a:lnTo>
                  <a:lnTo>
                    <a:pt x="0" y="216733"/>
                  </a:lnTo>
                  <a:lnTo>
                    <a:pt x="28187" y="193625"/>
                  </a:lnTo>
                  <a:close/>
                </a:path>
              </a:pathLst>
            </a:custGeom>
            <a:solidFill>
              <a:srgbClr val="F4983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99" name="Google Shape;99;p37"/>
            <p:cNvSpPr/>
            <p:nvPr/>
          </p:nvSpPr>
          <p:spPr>
            <a:xfrm>
              <a:off x="7581530" y="884949"/>
              <a:ext cx="223337" cy="229683"/>
            </a:xfrm>
            <a:custGeom>
              <a:rect b="b" l="l" r="r" t="t"/>
              <a:pathLst>
                <a:path extrusionOk="0" h="229683" w="223337">
                  <a:moveTo>
                    <a:pt x="223338" y="0"/>
                  </a:moveTo>
                  <a:lnTo>
                    <a:pt x="0" y="181690"/>
                  </a:lnTo>
                  <a:lnTo>
                    <a:pt x="0" y="211400"/>
                  </a:lnTo>
                  <a:lnTo>
                    <a:pt x="179279" y="229683"/>
                  </a:lnTo>
                  <a:lnTo>
                    <a:pt x="223338" y="194006"/>
                  </a:lnTo>
                  <a:lnTo>
                    <a:pt x="223338"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0" name="Google Shape;100;p37"/>
            <p:cNvSpPr/>
            <p:nvPr/>
          </p:nvSpPr>
          <p:spPr>
            <a:xfrm>
              <a:off x="7404156" y="746047"/>
              <a:ext cx="433850" cy="122396"/>
            </a:xfrm>
            <a:custGeom>
              <a:rect b="b" l="l" r="r" t="t"/>
              <a:pathLst>
                <a:path extrusionOk="0" h="122396" w="433850">
                  <a:moveTo>
                    <a:pt x="433850" y="98907"/>
                  </a:moveTo>
                  <a:lnTo>
                    <a:pt x="0" y="0"/>
                  </a:lnTo>
                  <a:lnTo>
                    <a:pt x="404902" y="122396"/>
                  </a:lnTo>
                  <a:lnTo>
                    <a:pt x="433850" y="98907"/>
                  </a:lnTo>
                  <a:close/>
                </a:path>
              </a:pathLst>
            </a:custGeom>
            <a:solidFill>
              <a:srgbClr val="C5E3E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1" name="Google Shape;101;p37"/>
            <p:cNvSpPr/>
            <p:nvPr/>
          </p:nvSpPr>
          <p:spPr>
            <a:xfrm>
              <a:off x="7064261" y="715448"/>
              <a:ext cx="735526" cy="343572"/>
            </a:xfrm>
            <a:custGeom>
              <a:rect b="b" l="l" r="r" t="t"/>
              <a:pathLst>
                <a:path extrusionOk="0" h="343572" w="735526">
                  <a:moveTo>
                    <a:pt x="735527" y="160486"/>
                  </a:moveTo>
                  <a:lnTo>
                    <a:pt x="204165" y="0"/>
                  </a:lnTo>
                  <a:lnTo>
                    <a:pt x="0" y="210511"/>
                  </a:lnTo>
                  <a:lnTo>
                    <a:pt x="510413" y="343573"/>
                  </a:lnTo>
                  <a:lnTo>
                    <a:pt x="735527" y="160486"/>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2" name="Google Shape;102;p37"/>
            <p:cNvSpPr/>
            <p:nvPr/>
          </p:nvSpPr>
          <p:spPr>
            <a:xfrm>
              <a:off x="8660760" y="1948171"/>
              <a:ext cx="86719" cy="160994"/>
            </a:xfrm>
            <a:custGeom>
              <a:rect b="b" l="l" r="r" t="t"/>
              <a:pathLst>
                <a:path extrusionOk="0" h="160994" w="86719">
                  <a:moveTo>
                    <a:pt x="0" y="70594"/>
                  </a:moveTo>
                  <a:lnTo>
                    <a:pt x="0" y="160994"/>
                  </a:lnTo>
                  <a:lnTo>
                    <a:pt x="86720" y="90274"/>
                  </a:lnTo>
                  <a:lnTo>
                    <a:pt x="86720" y="48882"/>
                  </a:lnTo>
                  <a:lnTo>
                    <a:pt x="86720" y="0"/>
                  </a:lnTo>
                  <a:lnTo>
                    <a:pt x="0" y="70594"/>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3" name="Google Shape;103;p37"/>
            <p:cNvSpPr/>
            <p:nvPr/>
          </p:nvSpPr>
          <p:spPr>
            <a:xfrm>
              <a:off x="8264746" y="1925190"/>
              <a:ext cx="385094" cy="188546"/>
            </a:xfrm>
            <a:custGeom>
              <a:rect b="b" l="l" r="r" t="t"/>
              <a:pathLst>
                <a:path extrusionOk="0" h="188546" w="385094">
                  <a:moveTo>
                    <a:pt x="0" y="93067"/>
                  </a:moveTo>
                  <a:lnTo>
                    <a:pt x="385095" y="188546"/>
                  </a:lnTo>
                  <a:lnTo>
                    <a:pt x="385095" y="95098"/>
                  </a:lnTo>
                  <a:lnTo>
                    <a:pt x="0" y="0"/>
                  </a:lnTo>
                  <a:lnTo>
                    <a:pt x="0" y="93067"/>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4" name="Google Shape;104;p37"/>
            <p:cNvSpPr/>
            <p:nvPr/>
          </p:nvSpPr>
          <p:spPr>
            <a:xfrm>
              <a:off x="8271476" y="1752133"/>
              <a:ext cx="470924" cy="261425"/>
            </a:xfrm>
            <a:custGeom>
              <a:rect b="b" l="l" r="r" t="t"/>
              <a:pathLst>
                <a:path extrusionOk="0" h="261425" w="470924">
                  <a:moveTo>
                    <a:pt x="470925" y="187023"/>
                  </a:moveTo>
                  <a:lnTo>
                    <a:pt x="393474" y="163407"/>
                  </a:lnTo>
                  <a:lnTo>
                    <a:pt x="393474" y="163407"/>
                  </a:lnTo>
                  <a:lnTo>
                    <a:pt x="312850" y="139283"/>
                  </a:lnTo>
                  <a:lnTo>
                    <a:pt x="312850" y="139283"/>
                  </a:lnTo>
                  <a:lnTo>
                    <a:pt x="312088" y="139283"/>
                  </a:lnTo>
                  <a:lnTo>
                    <a:pt x="311072" y="138648"/>
                  </a:lnTo>
                  <a:lnTo>
                    <a:pt x="311072" y="138648"/>
                  </a:lnTo>
                  <a:lnTo>
                    <a:pt x="311072" y="138648"/>
                  </a:lnTo>
                  <a:cubicBezTo>
                    <a:pt x="311009" y="138356"/>
                    <a:pt x="311009" y="138051"/>
                    <a:pt x="311072" y="137759"/>
                  </a:cubicBezTo>
                  <a:cubicBezTo>
                    <a:pt x="311072" y="137759"/>
                    <a:pt x="311072" y="137759"/>
                    <a:pt x="311072" y="136870"/>
                  </a:cubicBezTo>
                  <a:cubicBezTo>
                    <a:pt x="311072" y="135982"/>
                    <a:pt x="311072" y="136870"/>
                    <a:pt x="311072" y="135982"/>
                  </a:cubicBezTo>
                  <a:cubicBezTo>
                    <a:pt x="311072" y="135093"/>
                    <a:pt x="311072" y="135347"/>
                    <a:pt x="311072" y="134966"/>
                  </a:cubicBezTo>
                  <a:cubicBezTo>
                    <a:pt x="311072" y="134585"/>
                    <a:pt x="311072" y="134966"/>
                    <a:pt x="311072" y="134966"/>
                  </a:cubicBezTo>
                  <a:lnTo>
                    <a:pt x="311072" y="134966"/>
                  </a:lnTo>
                  <a:lnTo>
                    <a:pt x="311072" y="134204"/>
                  </a:lnTo>
                  <a:cubicBezTo>
                    <a:pt x="311072" y="134204"/>
                    <a:pt x="311072" y="133570"/>
                    <a:pt x="311707" y="133442"/>
                  </a:cubicBezTo>
                  <a:lnTo>
                    <a:pt x="311707" y="133442"/>
                  </a:lnTo>
                  <a:lnTo>
                    <a:pt x="344465" y="106526"/>
                  </a:lnTo>
                  <a:lnTo>
                    <a:pt x="392078" y="56628"/>
                  </a:lnTo>
                  <a:lnTo>
                    <a:pt x="204800" y="0"/>
                  </a:lnTo>
                  <a:lnTo>
                    <a:pt x="0" y="166708"/>
                  </a:lnTo>
                  <a:lnTo>
                    <a:pt x="383571" y="261425"/>
                  </a:lnTo>
                  <a:close/>
                </a:path>
              </a:pathLst>
            </a:custGeom>
            <a:solidFill>
              <a:srgbClr val="A2D0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5" name="Google Shape;105;p37"/>
            <p:cNvSpPr/>
            <p:nvPr/>
          </p:nvSpPr>
          <p:spPr>
            <a:xfrm>
              <a:off x="8596134" y="1831742"/>
              <a:ext cx="64753" cy="72370"/>
            </a:xfrm>
            <a:custGeom>
              <a:rect b="b" l="l" r="r" t="t"/>
              <a:pathLst>
                <a:path extrusionOk="0" h="72370" w="64753">
                  <a:moveTo>
                    <a:pt x="64753" y="72371"/>
                  </a:moveTo>
                  <a:lnTo>
                    <a:pt x="64753" y="0"/>
                  </a:lnTo>
                  <a:lnTo>
                    <a:pt x="0" y="53072"/>
                  </a:lnTo>
                  <a:lnTo>
                    <a:pt x="64753" y="72371"/>
                  </a:lnTo>
                  <a:close/>
                </a:path>
              </a:pathLst>
            </a:custGeom>
            <a:solidFill>
              <a:srgbClr val="F3989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6" name="Google Shape;106;p37"/>
            <p:cNvSpPr/>
            <p:nvPr/>
          </p:nvSpPr>
          <p:spPr>
            <a:xfrm>
              <a:off x="5870252" y="307756"/>
              <a:ext cx="242636" cy="686002"/>
            </a:xfrm>
            <a:custGeom>
              <a:rect b="b" l="l" r="r" t="t"/>
              <a:pathLst>
                <a:path extrusionOk="0" h="686002" w="242636">
                  <a:moveTo>
                    <a:pt x="242636" y="0"/>
                  </a:moveTo>
                  <a:lnTo>
                    <a:pt x="0" y="197434"/>
                  </a:lnTo>
                  <a:lnTo>
                    <a:pt x="0" y="686003"/>
                  </a:lnTo>
                  <a:lnTo>
                    <a:pt x="31361" y="619980"/>
                  </a:lnTo>
                  <a:lnTo>
                    <a:pt x="31361" y="619980"/>
                  </a:lnTo>
                  <a:cubicBezTo>
                    <a:pt x="31323" y="619726"/>
                    <a:pt x="31323" y="619472"/>
                    <a:pt x="31361" y="619218"/>
                  </a:cubicBezTo>
                  <a:lnTo>
                    <a:pt x="32123" y="618457"/>
                  </a:lnTo>
                  <a:cubicBezTo>
                    <a:pt x="32123" y="618457"/>
                    <a:pt x="32123" y="618457"/>
                    <a:pt x="32123" y="618457"/>
                  </a:cubicBezTo>
                  <a:lnTo>
                    <a:pt x="33392" y="617822"/>
                  </a:lnTo>
                  <a:lnTo>
                    <a:pt x="35678" y="617822"/>
                  </a:lnTo>
                  <a:lnTo>
                    <a:pt x="208355" y="635470"/>
                  </a:lnTo>
                  <a:lnTo>
                    <a:pt x="241366" y="608553"/>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7" name="Google Shape;107;p37"/>
            <p:cNvSpPr/>
            <p:nvPr/>
          </p:nvSpPr>
          <p:spPr>
            <a:xfrm>
              <a:off x="4280737" y="38713"/>
              <a:ext cx="1577961" cy="1069316"/>
            </a:xfrm>
            <a:custGeom>
              <a:rect b="b" l="l" r="r" t="t"/>
              <a:pathLst>
                <a:path extrusionOk="0" h="1069316" w="1577961">
                  <a:moveTo>
                    <a:pt x="1547743" y="1043288"/>
                  </a:moveTo>
                  <a:lnTo>
                    <a:pt x="1547743" y="1042400"/>
                  </a:lnTo>
                  <a:cubicBezTo>
                    <a:pt x="1547743" y="1042400"/>
                    <a:pt x="1547743" y="1042400"/>
                    <a:pt x="1547743" y="1042400"/>
                  </a:cubicBezTo>
                  <a:lnTo>
                    <a:pt x="1547743" y="1042400"/>
                  </a:lnTo>
                  <a:lnTo>
                    <a:pt x="1577961" y="978916"/>
                  </a:lnTo>
                  <a:lnTo>
                    <a:pt x="1577961" y="467874"/>
                  </a:lnTo>
                  <a:lnTo>
                    <a:pt x="1019555" y="298627"/>
                  </a:lnTo>
                  <a:lnTo>
                    <a:pt x="0" y="0"/>
                  </a:lnTo>
                  <a:lnTo>
                    <a:pt x="0" y="601316"/>
                  </a:lnTo>
                  <a:lnTo>
                    <a:pt x="1547743" y="1069317"/>
                  </a:lnTo>
                  <a:lnTo>
                    <a:pt x="1547743" y="104392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8" name="Google Shape;108;p37"/>
            <p:cNvSpPr/>
            <p:nvPr/>
          </p:nvSpPr>
          <p:spPr>
            <a:xfrm>
              <a:off x="4281244" y="-12696"/>
              <a:ext cx="1826185" cy="510522"/>
            </a:xfrm>
            <a:custGeom>
              <a:rect b="b" l="l" r="r" t="t"/>
              <a:pathLst>
                <a:path extrusionOk="0" h="510522" w="1826185">
                  <a:moveTo>
                    <a:pt x="45999" y="0"/>
                  </a:moveTo>
                  <a:lnTo>
                    <a:pt x="795429" y="0"/>
                  </a:lnTo>
                  <a:lnTo>
                    <a:pt x="1826185" y="311945"/>
                  </a:lnTo>
                  <a:lnTo>
                    <a:pt x="1583294" y="510522"/>
                  </a:lnTo>
                  <a:lnTo>
                    <a:pt x="0" y="31856"/>
                  </a:lnTo>
                  <a:lnTo>
                    <a:pt x="13332" y="21064"/>
                  </a:lnTo>
                  <a:cubicBezTo>
                    <a:pt x="13751" y="21432"/>
                    <a:pt x="14220" y="21737"/>
                    <a:pt x="14728" y="21952"/>
                  </a:cubicBezTo>
                  <a:cubicBezTo>
                    <a:pt x="15439" y="22079"/>
                    <a:pt x="16176" y="22079"/>
                    <a:pt x="16887" y="21952"/>
                  </a:cubicBezTo>
                  <a:lnTo>
                    <a:pt x="18664" y="21952"/>
                  </a:lnTo>
                  <a:cubicBezTo>
                    <a:pt x="19210" y="21737"/>
                    <a:pt x="19731" y="21432"/>
                    <a:pt x="20188" y="2106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09" name="Google Shape;109;p37"/>
            <p:cNvSpPr/>
            <p:nvPr/>
          </p:nvSpPr>
          <p:spPr>
            <a:xfrm>
              <a:off x="3884723" y="-12695"/>
              <a:ext cx="242636" cy="547597"/>
            </a:xfrm>
            <a:custGeom>
              <a:rect b="b" l="l" r="r" t="t"/>
              <a:pathLst>
                <a:path extrusionOk="0" h="547597" w="242636">
                  <a:moveTo>
                    <a:pt x="0" y="0"/>
                  </a:moveTo>
                  <a:lnTo>
                    <a:pt x="242636" y="0"/>
                  </a:lnTo>
                  <a:lnTo>
                    <a:pt x="242636" y="61948"/>
                  </a:lnTo>
                  <a:lnTo>
                    <a:pt x="242636" y="165553"/>
                  </a:lnTo>
                  <a:lnTo>
                    <a:pt x="242636" y="350036"/>
                  </a:lnTo>
                  <a:lnTo>
                    <a:pt x="0" y="547597"/>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0" name="Google Shape;110;p37"/>
            <p:cNvSpPr/>
            <p:nvPr/>
          </p:nvSpPr>
          <p:spPr>
            <a:xfrm>
              <a:off x="2048998" y="-12696"/>
              <a:ext cx="1824932" cy="551786"/>
            </a:xfrm>
            <a:custGeom>
              <a:rect b="b" l="l" r="r" t="t"/>
              <a:pathLst>
                <a:path extrusionOk="0" h="551786" w="1824932">
                  <a:moveTo>
                    <a:pt x="0" y="0"/>
                  </a:moveTo>
                  <a:lnTo>
                    <a:pt x="1824932" y="0"/>
                  </a:lnTo>
                  <a:lnTo>
                    <a:pt x="1824932" y="551786"/>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1" name="Google Shape;111;p37"/>
            <p:cNvSpPr/>
            <p:nvPr/>
          </p:nvSpPr>
          <p:spPr>
            <a:xfrm>
              <a:off x="7060071" y="934974"/>
              <a:ext cx="510666" cy="160232"/>
            </a:xfrm>
            <a:custGeom>
              <a:rect b="b" l="l" r="r" t="t"/>
              <a:pathLst>
                <a:path extrusionOk="0" h="160232" w="510666">
                  <a:moveTo>
                    <a:pt x="0" y="0"/>
                  </a:moveTo>
                  <a:lnTo>
                    <a:pt x="0" y="108049"/>
                  </a:lnTo>
                  <a:lnTo>
                    <a:pt x="510667" y="160232"/>
                  </a:lnTo>
                  <a:lnTo>
                    <a:pt x="510667" y="133188"/>
                  </a:lnTo>
                  <a:lnTo>
                    <a:pt x="0" y="0"/>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2" name="Google Shape;112;p37"/>
            <p:cNvSpPr/>
            <p:nvPr/>
          </p:nvSpPr>
          <p:spPr>
            <a:xfrm>
              <a:off x="8667235" y="1770925"/>
              <a:ext cx="1164933" cy="547100"/>
            </a:xfrm>
            <a:custGeom>
              <a:rect b="b" l="l" r="r" t="t"/>
              <a:pathLst>
                <a:path extrusionOk="0" h="547100" w="1164933">
                  <a:moveTo>
                    <a:pt x="4444" y="0"/>
                  </a:moveTo>
                  <a:lnTo>
                    <a:pt x="4444" y="31361"/>
                  </a:lnTo>
                  <a:cubicBezTo>
                    <a:pt x="4444" y="31361"/>
                    <a:pt x="4444" y="31996"/>
                    <a:pt x="4444" y="32250"/>
                  </a:cubicBezTo>
                  <a:cubicBezTo>
                    <a:pt x="4444" y="32504"/>
                    <a:pt x="4444" y="32250"/>
                    <a:pt x="4444" y="33012"/>
                  </a:cubicBezTo>
                  <a:lnTo>
                    <a:pt x="4444" y="33012"/>
                  </a:lnTo>
                  <a:cubicBezTo>
                    <a:pt x="4114" y="33875"/>
                    <a:pt x="3542" y="34624"/>
                    <a:pt x="2794" y="35170"/>
                  </a:cubicBezTo>
                  <a:lnTo>
                    <a:pt x="2794" y="35170"/>
                  </a:lnTo>
                  <a:cubicBezTo>
                    <a:pt x="1930" y="35614"/>
                    <a:pt x="978" y="35881"/>
                    <a:pt x="0" y="35932"/>
                  </a:cubicBezTo>
                  <a:lnTo>
                    <a:pt x="0" y="44438"/>
                  </a:lnTo>
                  <a:lnTo>
                    <a:pt x="0" y="44438"/>
                  </a:lnTo>
                  <a:lnTo>
                    <a:pt x="1143" y="44438"/>
                  </a:lnTo>
                  <a:lnTo>
                    <a:pt x="2032" y="44438"/>
                  </a:lnTo>
                  <a:cubicBezTo>
                    <a:pt x="2032" y="44438"/>
                    <a:pt x="2032" y="44438"/>
                    <a:pt x="2667" y="44438"/>
                  </a:cubicBezTo>
                  <a:lnTo>
                    <a:pt x="3682" y="45073"/>
                  </a:lnTo>
                  <a:lnTo>
                    <a:pt x="3682" y="45073"/>
                  </a:lnTo>
                  <a:lnTo>
                    <a:pt x="3682" y="45073"/>
                  </a:lnTo>
                  <a:cubicBezTo>
                    <a:pt x="3721" y="45416"/>
                    <a:pt x="3721" y="45746"/>
                    <a:pt x="3682" y="46089"/>
                  </a:cubicBezTo>
                  <a:lnTo>
                    <a:pt x="3682" y="47105"/>
                  </a:lnTo>
                  <a:cubicBezTo>
                    <a:pt x="3682" y="47105"/>
                    <a:pt x="3682" y="47105"/>
                    <a:pt x="3682" y="47866"/>
                  </a:cubicBezTo>
                  <a:lnTo>
                    <a:pt x="3682" y="134585"/>
                  </a:lnTo>
                  <a:lnTo>
                    <a:pt x="86592" y="159979"/>
                  </a:lnTo>
                  <a:lnTo>
                    <a:pt x="86592" y="159979"/>
                  </a:lnTo>
                  <a:lnTo>
                    <a:pt x="87354" y="159979"/>
                  </a:lnTo>
                  <a:lnTo>
                    <a:pt x="88116" y="159979"/>
                  </a:lnTo>
                  <a:lnTo>
                    <a:pt x="88116" y="159979"/>
                  </a:lnTo>
                  <a:lnTo>
                    <a:pt x="88116" y="159979"/>
                  </a:lnTo>
                  <a:cubicBezTo>
                    <a:pt x="88116" y="159979"/>
                    <a:pt x="88116" y="159979"/>
                    <a:pt x="88116" y="159979"/>
                  </a:cubicBezTo>
                  <a:lnTo>
                    <a:pt x="88116" y="160740"/>
                  </a:lnTo>
                  <a:lnTo>
                    <a:pt x="88116" y="160740"/>
                  </a:lnTo>
                  <a:lnTo>
                    <a:pt x="88116" y="161502"/>
                  </a:lnTo>
                  <a:cubicBezTo>
                    <a:pt x="88116" y="161502"/>
                    <a:pt x="88116" y="161502"/>
                    <a:pt x="88116" y="162264"/>
                  </a:cubicBezTo>
                  <a:lnTo>
                    <a:pt x="88116" y="218891"/>
                  </a:lnTo>
                  <a:lnTo>
                    <a:pt x="1164934" y="547101"/>
                  </a:lnTo>
                  <a:lnTo>
                    <a:pt x="1164934" y="350302"/>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3" name="Google Shape;113;p37"/>
            <p:cNvSpPr/>
            <p:nvPr/>
          </p:nvSpPr>
          <p:spPr>
            <a:xfrm>
              <a:off x="5839272" y="1087842"/>
              <a:ext cx="3068949" cy="638517"/>
            </a:xfrm>
            <a:custGeom>
              <a:rect b="b" l="l" r="r" t="t"/>
              <a:pathLst>
                <a:path extrusionOk="0" h="638517" w="3068949">
                  <a:moveTo>
                    <a:pt x="0" y="0"/>
                  </a:moveTo>
                  <a:lnTo>
                    <a:pt x="0" y="27044"/>
                  </a:lnTo>
                  <a:lnTo>
                    <a:pt x="0" y="197053"/>
                  </a:lnTo>
                  <a:lnTo>
                    <a:pt x="2865292" y="638517"/>
                  </a:lnTo>
                  <a:lnTo>
                    <a:pt x="3068949" y="473079"/>
                  </a:lnTo>
                  <a:lnTo>
                    <a:pt x="0" y="0"/>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4" name="Google Shape;114;p37"/>
            <p:cNvSpPr/>
            <p:nvPr/>
          </p:nvSpPr>
          <p:spPr>
            <a:xfrm>
              <a:off x="10341185" y="2444231"/>
              <a:ext cx="758888" cy="229302"/>
            </a:xfrm>
            <a:custGeom>
              <a:rect b="b" l="l" r="r" t="t"/>
              <a:pathLst>
                <a:path extrusionOk="0" h="229302" w="758888">
                  <a:moveTo>
                    <a:pt x="476511" y="151852"/>
                  </a:moveTo>
                  <a:lnTo>
                    <a:pt x="758889" y="229302"/>
                  </a:lnTo>
                  <a:lnTo>
                    <a:pt x="0" y="0"/>
                  </a:lnTo>
                  <a:lnTo>
                    <a:pt x="476511" y="151852"/>
                  </a:lnTo>
                  <a:close/>
                </a:path>
              </a:pathLst>
            </a:custGeom>
            <a:solidFill>
              <a:srgbClr val="F5999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5" name="Google Shape;115;p37"/>
            <p:cNvSpPr/>
            <p:nvPr/>
          </p:nvSpPr>
          <p:spPr>
            <a:xfrm>
              <a:off x="9841438" y="2122369"/>
              <a:ext cx="1764858" cy="708603"/>
            </a:xfrm>
            <a:custGeom>
              <a:rect b="b" l="l" r="r" t="t"/>
              <a:pathLst>
                <a:path extrusionOk="0" h="708603" w="1764858">
                  <a:moveTo>
                    <a:pt x="1524" y="199211"/>
                  </a:moveTo>
                  <a:lnTo>
                    <a:pt x="23997" y="205687"/>
                  </a:lnTo>
                  <a:lnTo>
                    <a:pt x="183342" y="222192"/>
                  </a:lnTo>
                  <a:cubicBezTo>
                    <a:pt x="183292" y="221862"/>
                    <a:pt x="183292" y="221507"/>
                    <a:pt x="183342" y="221177"/>
                  </a:cubicBezTo>
                  <a:cubicBezTo>
                    <a:pt x="184498" y="218549"/>
                    <a:pt x="187469" y="217228"/>
                    <a:pt x="190199" y="218129"/>
                  </a:cubicBezTo>
                  <a:lnTo>
                    <a:pt x="1444391" y="596999"/>
                  </a:lnTo>
                  <a:lnTo>
                    <a:pt x="1444391" y="596999"/>
                  </a:lnTo>
                  <a:lnTo>
                    <a:pt x="1445407" y="596999"/>
                  </a:lnTo>
                  <a:lnTo>
                    <a:pt x="1446169" y="596999"/>
                  </a:lnTo>
                  <a:lnTo>
                    <a:pt x="1446169" y="596999"/>
                  </a:lnTo>
                  <a:lnTo>
                    <a:pt x="1446169" y="596999"/>
                  </a:lnTo>
                  <a:cubicBezTo>
                    <a:pt x="1446169" y="596999"/>
                    <a:pt x="1446169" y="596999"/>
                    <a:pt x="1446169" y="597761"/>
                  </a:cubicBezTo>
                  <a:cubicBezTo>
                    <a:pt x="1446169" y="598523"/>
                    <a:pt x="1446169" y="598396"/>
                    <a:pt x="1446169" y="598650"/>
                  </a:cubicBezTo>
                  <a:cubicBezTo>
                    <a:pt x="1446232" y="598942"/>
                    <a:pt x="1446232" y="599246"/>
                    <a:pt x="1446169" y="599538"/>
                  </a:cubicBezTo>
                  <a:cubicBezTo>
                    <a:pt x="1446232" y="599869"/>
                    <a:pt x="1446232" y="600224"/>
                    <a:pt x="1446169" y="600554"/>
                  </a:cubicBezTo>
                  <a:cubicBezTo>
                    <a:pt x="1446232" y="600757"/>
                    <a:pt x="1446232" y="600986"/>
                    <a:pt x="1446169" y="601189"/>
                  </a:cubicBezTo>
                  <a:lnTo>
                    <a:pt x="1446169" y="601189"/>
                  </a:lnTo>
                  <a:cubicBezTo>
                    <a:pt x="1445940" y="601964"/>
                    <a:pt x="1445445" y="602649"/>
                    <a:pt x="1444772" y="603094"/>
                  </a:cubicBezTo>
                  <a:lnTo>
                    <a:pt x="1441217" y="606141"/>
                  </a:lnTo>
                  <a:lnTo>
                    <a:pt x="1441217" y="615409"/>
                  </a:lnTo>
                  <a:lnTo>
                    <a:pt x="1442867" y="615409"/>
                  </a:lnTo>
                  <a:lnTo>
                    <a:pt x="1764859" y="708603"/>
                  </a:lnTo>
                  <a:lnTo>
                    <a:pt x="1764859" y="511804"/>
                  </a:lnTo>
                  <a:lnTo>
                    <a:pt x="0"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6" name="Google Shape;116;p37"/>
            <p:cNvSpPr/>
            <p:nvPr/>
          </p:nvSpPr>
          <p:spPr>
            <a:xfrm>
              <a:off x="5841684" y="934974"/>
              <a:ext cx="4550795" cy="1177492"/>
            </a:xfrm>
            <a:custGeom>
              <a:rect b="b" l="l" r="r" t="t"/>
              <a:pathLst>
                <a:path extrusionOk="0" h="1177492" w="4550795">
                  <a:moveTo>
                    <a:pt x="4550796" y="724601"/>
                  </a:moveTo>
                  <a:lnTo>
                    <a:pt x="3304984" y="348398"/>
                  </a:lnTo>
                  <a:lnTo>
                    <a:pt x="3304984" y="348398"/>
                  </a:lnTo>
                  <a:lnTo>
                    <a:pt x="3222073" y="323004"/>
                  </a:lnTo>
                  <a:lnTo>
                    <a:pt x="1920268" y="189562"/>
                  </a:lnTo>
                  <a:lnTo>
                    <a:pt x="1733878" y="170517"/>
                  </a:lnTo>
                  <a:lnTo>
                    <a:pt x="1212293" y="117191"/>
                  </a:lnTo>
                  <a:lnTo>
                    <a:pt x="238954" y="17394"/>
                  </a:lnTo>
                  <a:lnTo>
                    <a:pt x="68055" y="0"/>
                  </a:lnTo>
                  <a:lnTo>
                    <a:pt x="27933" y="84433"/>
                  </a:lnTo>
                  <a:lnTo>
                    <a:pt x="27933" y="84433"/>
                  </a:lnTo>
                  <a:lnTo>
                    <a:pt x="0" y="143219"/>
                  </a:lnTo>
                  <a:lnTo>
                    <a:pt x="3079488" y="617948"/>
                  </a:lnTo>
                  <a:lnTo>
                    <a:pt x="3080122" y="617948"/>
                  </a:lnTo>
                  <a:lnTo>
                    <a:pt x="3081138" y="617948"/>
                  </a:lnTo>
                  <a:cubicBezTo>
                    <a:pt x="3081431" y="617885"/>
                    <a:pt x="3081735" y="617885"/>
                    <a:pt x="3082027" y="617948"/>
                  </a:cubicBezTo>
                  <a:lnTo>
                    <a:pt x="3082027" y="617948"/>
                  </a:lnTo>
                  <a:lnTo>
                    <a:pt x="3082027" y="617948"/>
                  </a:lnTo>
                  <a:cubicBezTo>
                    <a:pt x="3082065" y="618241"/>
                    <a:pt x="3082065" y="618545"/>
                    <a:pt x="3082027" y="618837"/>
                  </a:cubicBezTo>
                  <a:cubicBezTo>
                    <a:pt x="3082091" y="619129"/>
                    <a:pt x="3082091" y="619434"/>
                    <a:pt x="3082027" y="619726"/>
                  </a:cubicBezTo>
                  <a:cubicBezTo>
                    <a:pt x="3081976" y="620018"/>
                    <a:pt x="3081976" y="620323"/>
                    <a:pt x="3082027" y="620615"/>
                  </a:cubicBezTo>
                  <a:lnTo>
                    <a:pt x="3082027" y="622139"/>
                  </a:lnTo>
                  <a:cubicBezTo>
                    <a:pt x="3081773" y="623141"/>
                    <a:pt x="3081190" y="624043"/>
                    <a:pt x="3080377" y="624678"/>
                  </a:cubicBezTo>
                  <a:lnTo>
                    <a:pt x="3080377" y="624678"/>
                  </a:lnTo>
                  <a:lnTo>
                    <a:pt x="2868086" y="800273"/>
                  </a:lnTo>
                  <a:lnTo>
                    <a:pt x="2835074" y="827190"/>
                  </a:lnTo>
                  <a:lnTo>
                    <a:pt x="3994675" y="1177492"/>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7" name="Google Shape;117;p37"/>
            <p:cNvSpPr/>
            <p:nvPr/>
          </p:nvSpPr>
          <p:spPr>
            <a:xfrm>
              <a:off x="9241513" y="1301655"/>
              <a:ext cx="1286569" cy="350428"/>
            </a:xfrm>
            <a:custGeom>
              <a:rect b="b" l="l" r="r" t="t"/>
              <a:pathLst>
                <a:path extrusionOk="0" h="350428" w="1286569">
                  <a:moveTo>
                    <a:pt x="0" y="0"/>
                  </a:moveTo>
                  <a:lnTo>
                    <a:pt x="1160236" y="350429"/>
                  </a:lnTo>
                  <a:lnTo>
                    <a:pt x="1286570" y="247712"/>
                  </a:lnTo>
                  <a:lnTo>
                    <a:pt x="400204" y="77069"/>
                  </a:lnTo>
                  <a:lnTo>
                    <a:pt x="0" y="0"/>
                  </a:lnTo>
                  <a:close/>
                </a:path>
              </a:pathLst>
            </a:custGeom>
            <a:solidFill>
              <a:srgbClr val="C5E3E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8" name="Google Shape;118;p37"/>
            <p:cNvSpPr/>
            <p:nvPr/>
          </p:nvSpPr>
          <p:spPr>
            <a:xfrm>
              <a:off x="10413557" y="1551906"/>
              <a:ext cx="1759399" cy="580239"/>
            </a:xfrm>
            <a:custGeom>
              <a:rect b="b" l="l" r="r" t="t"/>
              <a:pathLst>
                <a:path extrusionOk="0" h="580239" w="1759399">
                  <a:moveTo>
                    <a:pt x="640809" y="107541"/>
                  </a:moveTo>
                  <a:lnTo>
                    <a:pt x="640809" y="107541"/>
                  </a:lnTo>
                  <a:lnTo>
                    <a:pt x="222449" y="19807"/>
                  </a:lnTo>
                  <a:lnTo>
                    <a:pt x="127604" y="0"/>
                  </a:lnTo>
                  <a:lnTo>
                    <a:pt x="0" y="103732"/>
                  </a:lnTo>
                  <a:lnTo>
                    <a:pt x="1576565" y="580239"/>
                  </a:lnTo>
                  <a:lnTo>
                    <a:pt x="1759399" y="341795"/>
                  </a:lnTo>
                  <a:lnTo>
                    <a:pt x="783394" y="137505"/>
                  </a:lnTo>
                  <a:lnTo>
                    <a:pt x="783394" y="137505"/>
                  </a:lnTo>
                  <a:lnTo>
                    <a:pt x="640809" y="10754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19" name="Google Shape;119;p37"/>
            <p:cNvSpPr/>
            <p:nvPr/>
          </p:nvSpPr>
          <p:spPr>
            <a:xfrm>
              <a:off x="9848167" y="1663130"/>
              <a:ext cx="2135606" cy="964060"/>
            </a:xfrm>
            <a:custGeom>
              <a:rect b="b" l="l" r="r" t="t"/>
              <a:pathLst>
                <a:path extrusionOk="0" h="964060" w="2135606">
                  <a:moveTo>
                    <a:pt x="0" y="452891"/>
                  </a:moveTo>
                  <a:lnTo>
                    <a:pt x="1762954" y="964061"/>
                  </a:lnTo>
                  <a:lnTo>
                    <a:pt x="2135606" y="477396"/>
                  </a:lnTo>
                  <a:lnTo>
                    <a:pt x="556121" y="0"/>
                  </a:lnTo>
                  <a:lnTo>
                    <a:pt x="0" y="45289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0" name="Google Shape;120;p37"/>
            <p:cNvSpPr/>
            <p:nvPr/>
          </p:nvSpPr>
          <p:spPr>
            <a:xfrm>
              <a:off x="11455839" y="853461"/>
              <a:ext cx="359954" cy="383186"/>
            </a:xfrm>
            <a:custGeom>
              <a:rect b="b" l="l" r="r" t="t"/>
              <a:pathLst>
                <a:path extrusionOk="0" h="383186" w="359954">
                  <a:moveTo>
                    <a:pt x="62977" y="319576"/>
                  </a:moveTo>
                  <a:lnTo>
                    <a:pt x="62088" y="319576"/>
                  </a:lnTo>
                  <a:lnTo>
                    <a:pt x="61199" y="319576"/>
                  </a:lnTo>
                  <a:lnTo>
                    <a:pt x="61199" y="319576"/>
                  </a:lnTo>
                  <a:cubicBezTo>
                    <a:pt x="61199" y="319576"/>
                    <a:pt x="61199" y="319576"/>
                    <a:pt x="61199" y="319576"/>
                  </a:cubicBezTo>
                  <a:lnTo>
                    <a:pt x="60437" y="318560"/>
                  </a:lnTo>
                  <a:cubicBezTo>
                    <a:pt x="60373" y="318306"/>
                    <a:pt x="60373" y="318053"/>
                    <a:pt x="60437" y="317799"/>
                  </a:cubicBezTo>
                  <a:cubicBezTo>
                    <a:pt x="60386" y="317469"/>
                    <a:pt x="60386" y="317113"/>
                    <a:pt x="60437" y="316783"/>
                  </a:cubicBezTo>
                  <a:cubicBezTo>
                    <a:pt x="60437" y="316783"/>
                    <a:pt x="60437" y="316148"/>
                    <a:pt x="60437" y="315767"/>
                  </a:cubicBezTo>
                  <a:cubicBezTo>
                    <a:pt x="60437" y="315386"/>
                    <a:pt x="60437" y="315767"/>
                    <a:pt x="60437" y="315005"/>
                  </a:cubicBezTo>
                  <a:lnTo>
                    <a:pt x="60437" y="315005"/>
                  </a:lnTo>
                  <a:lnTo>
                    <a:pt x="60437" y="314243"/>
                  </a:lnTo>
                  <a:lnTo>
                    <a:pt x="60437" y="313355"/>
                  </a:lnTo>
                  <a:lnTo>
                    <a:pt x="60437" y="313355"/>
                  </a:lnTo>
                  <a:lnTo>
                    <a:pt x="359955" y="46089"/>
                  </a:lnTo>
                  <a:lnTo>
                    <a:pt x="359955" y="0"/>
                  </a:lnTo>
                  <a:lnTo>
                    <a:pt x="0" y="292786"/>
                  </a:lnTo>
                  <a:lnTo>
                    <a:pt x="0" y="383186"/>
                  </a:lnTo>
                  <a:lnTo>
                    <a:pt x="60691" y="333543"/>
                  </a:lnTo>
                  <a:lnTo>
                    <a:pt x="61326" y="333543"/>
                  </a:lnTo>
                  <a:lnTo>
                    <a:pt x="62341" y="333543"/>
                  </a:lnTo>
                  <a:lnTo>
                    <a:pt x="63357" y="333543"/>
                  </a:lnTo>
                  <a:lnTo>
                    <a:pt x="64246" y="333543"/>
                  </a:lnTo>
                  <a:lnTo>
                    <a:pt x="64246" y="323258"/>
                  </a:lnTo>
                  <a:lnTo>
                    <a:pt x="62468" y="323258"/>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1" name="Google Shape;121;p37"/>
            <p:cNvSpPr/>
            <p:nvPr/>
          </p:nvSpPr>
          <p:spPr>
            <a:xfrm>
              <a:off x="11314396" y="1105871"/>
              <a:ext cx="131285" cy="133188"/>
            </a:xfrm>
            <a:custGeom>
              <a:rect b="b" l="l" r="r" t="t"/>
              <a:pathLst>
                <a:path extrusionOk="0" h="133188" w="131285">
                  <a:moveTo>
                    <a:pt x="0" y="93194"/>
                  </a:moveTo>
                  <a:lnTo>
                    <a:pt x="131286" y="133188"/>
                  </a:lnTo>
                  <a:lnTo>
                    <a:pt x="131286" y="39995"/>
                  </a:lnTo>
                  <a:lnTo>
                    <a:pt x="0" y="0"/>
                  </a:lnTo>
                  <a:lnTo>
                    <a:pt x="0" y="93194"/>
                  </a:lnTo>
                  <a:close/>
                </a:path>
              </a:pathLst>
            </a:custGeom>
            <a:solidFill>
              <a:srgbClr val="D3F4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2" name="Google Shape;122;p37"/>
            <p:cNvSpPr/>
            <p:nvPr/>
          </p:nvSpPr>
          <p:spPr>
            <a:xfrm>
              <a:off x="11061095" y="984364"/>
              <a:ext cx="242509" cy="694890"/>
            </a:xfrm>
            <a:custGeom>
              <a:rect b="b" l="l" r="r" t="t"/>
              <a:pathLst>
                <a:path extrusionOk="0" h="694890" w="242509">
                  <a:moveTo>
                    <a:pt x="242510" y="40249"/>
                  </a:moveTo>
                  <a:lnTo>
                    <a:pt x="242510" y="0"/>
                  </a:lnTo>
                  <a:lnTo>
                    <a:pt x="0" y="197561"/>
                  </a:lnTo>
                  <a:lnTo>
                    <a:pt x="0" y="666450"/>
                  </a:lnTo>
                  <a:lnTo>
                    <a:pt x="135476" y="694891"/>
                  </a:lnTo>
                  <a:lnTo>
                    <a:pt x="242510" y="607791"/>
                  </a:lnTo>
                  <a:lnTo>
                    <a:pt x="242510" y="218256"/>
                  </a:lnTo>
                  <a:lnTo>
                    <a:pt x="242510" y="114651"/>
                  </a:lnTo>
                  <a:lnTo>
                    <a:pt x="242510" y="40249"/>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3" name="Google Shape;123;p37"/>
            <p:cNvSpPr/>
            <p:nvPr/>
          </p:nvSpPr>
          <p:spPr>
            <a:xfrm>
              <a:off x="11526179" y="1190431"/>
              <a:ext cx="665441" cy="395883"/>
            </a:xfrm>
            <a:custGeom>
              <a:rect b="b" l="l" r="r" t="t"/>
              <a:pathLst>
                <a:path extrusionOk="0" h="395883" w="665441">
                  <a:moveTo>
                    <a:pt x="665441" y="395883"/>
                  </a:moveTo>
                  <a:lnTo>
                    <a:pt x="665441" y="202131"/>
                  </a:lnTo>
                  <a:lnTo>
                    <a:pt x="0" y="0"/>
                  </a:lnTo>
                  <a:lnTo>
                    <a:pt x="0" y="181690"/>
                  </a:lnTo>
                  <a:lnTo>
                    <a:pt x="665441" y="395883"/>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4" name="Google Shape;124;p37"/>
            <p:cNvSpPr/>
            <p:nvPr/>
          </p:nvSpPr>
          <p:spPr>
            <a:xfrm>
              <a:off x="11530751" y="653742"/>
              <a:ext cx="660869" cy="725489"/>
            </a:xfrm>
            <a:custGeom>
              <a:rect b="b" l="l" r="r" t="t"/>
              <a:pathLst>
                <a:path extrusionOk="0" h="725489" w="660869">
                  <a:moveTo>
                    <a:pt x="294820" y="249490"/>
                  </a:moveTo>
                  <a:lnTo>
                    <a:pt x="294820" y="249490"/>
                  </a:lnTo>
                  <a:lnTo>
                    <a:pt x="0" y="512693"/>
                  </a:lnTo>
                  <a:lnTo>
                    <a:pt x="660870" y="725490"/>
                  </a:lnTo>
                  <a:lnTo>
                    <a:pt x="660870" y="26282"/>
                  </a:lnTo>
                  <a:lnTo>
                    <a:pt x="573896" y="0"/>
                  </a:lnTo>
                  <a:lnTo>
                    <a:pt x="294820" y="24949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5" name="Google Shape;125;p37"/>
            <p:cNvSpPr/>
            <p:nvPr/>
          </p:nvSpPr>
          <p:spPr>
            <a:xfrm>
              <a:off x="11997740" y="1906144"/>
              <a:ext cx="178898" cy="423308"/>
            </a:xfrm>
            <a:custGeom>
              <a:rect b="b" l="l" r="r" t="t"/>
              <a:pathLst>
                <a:path extrusionOk="0" h="423308" w="178898">
                  <a:moveTo>
                    <a:pt x="0" y="423308"/>
                  </a:moveTo>
                  <a:lnTo>
                    <a:pt x="178899" y="189943"/>
                  </a:lnTo>
                  <a:lnTo>
                    <a:pt x="178899" y="0"/>
                  </a:lnTo>
                  <a:lnTo>
                    <a:pt x="0" y="233366"/>
                  </a:lnTo>
                  <a:lnTo>
                    <a:pt x="0" y="423308"/>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6" name="Google Shape;126;p37"/>
            <p:cNvSpPr/>
            <p:nvPr/>
          </p:nvSpPr>
          <p:spPr>
            <a:xfrm>
              <a:off x="11618740" y="2153603"/>
              <a:ext cx="368080" cy="670767"/>
            </a:xfrm>
            <a:custGeom>
              <a:rect b="b" l="l" r="r" t="t"/>
              <a:pathLst>
                <a:path extrusionOk="0" h="670767" w="368080">
                  <a:moveTo>
                    <a:pt x="0" y="480825"/>
                  </a:moveTo>
                  <a:lnTo>
                    <a:pt x="0" y="670767"/>
                  </a:lnTo>
                  <a:lnTo>
                    <a:pt x="368081" y="189943"/>
                  </a:lnTo>
                  <a:lnTo>
                    <a:pt x="368081" y="0"/>
                  </a:lnTo>
                  <a:lnTo>
                    <a:pt x="0" y="480825"/>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7" name="Google Shape;127;p37"/>
            <p:cNvSpPr/>
            <p:nvPr/>
          </p:nvSpPr>
          <p:spPr>
            <a:xfrm>
              <a:off x="11114168" y="2732192"/>
              <a:ext cx="168740" cy="227525"/>
            </a:xfrm>
            <a:custGeom>
              <a:rect b="b" l="l" r="r" t="t"/>
              <a:pathLst>
                <a:path extrusionOk="0" h="227525" w="168740">
                  <a:moveTo>
                    <a:pt x="0" y="137125"/>
                  </a:moveTo>
                  <a:lnTo>
                    <a:pt x="0" y="227525"/>
                  </a:lnTo>
                  <a:lnTo>
                    <a:pt x="165059" y="93194"/>
                  </a:lnTo>
                  <a:lnTo>
                    <a:pt x="165059" y="12697"/>
                  </a:lnTo>
                  <a:cubicBezTo>
                    <a:pt x="165008" y="12443"/>
                    <a:pt x="165008" y="12189"/>
                    <a:pt x="165059" y="11935"/>
                  </a:cubicBezTo>
                  <a:lnTo>
                    <a:pt x="165059" y="10919"/>
                  </a:lnTo>
                  <a:lnTo>
                    <a:pt x="165059" y="10158"/>
                  </a:lnTo>
                  <a:lnTo>
                    <a:pt x="165059" y="9269"/>
                  </a:lnTo>
                  <a:lnTo>
                    <a:pt x="165821" y="9269"/>
                  </a:lnTo>
                  <a:lnTo>
                    <a:pt x="166709" y="9269"/>
                  </a:lnTo>
                  <a:lnTo>
                    <a:pt x="167597" y="9269"/>
                  </a:lnTo>
                  <a:lnTo>
                    <a:pt x="168741" y="9269"/>
                  </a:lnTo>
                  <a:lnTo>
                    <a:pt x="168741" y="9269"/>
                  </a:lnTo>
                  <a:lnTo>
                    <a:pt x="168741"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8" name="Google Shape;128;p37"/>
            <p:cNvSpPr/>
            <p:nvPr/>
          </p:nvSpPr>
          <p:spPr>
            <a:xfrm>
              <a:off x="9840295" y="2510254"/>
              <a:ext cx="1263079" cy="453780"/>
            </a:xfrm>
            <a:custGeom>
              <a:rect b="b" l="l" r="r" t="t"/>
              <a:pathLst>
                <a:path extrusionOk="0" h="453780" w="1263079">
                  <a:moveTo>
                    <a:pt x="0" y="93320"/>
                  </a:moveTo>
                  <a:lnTo>
                    <a:pt x="1263080" y="453780"/>
                  </a:lnTo>
                  <a:lnTo>
                    <a:pt x="1263080" y="360459"/>
                  </a:lnTo>
                  <a:lnTo>
                    <a:pt x="0" y="0"/>
                  </a:lnTo>
                  <a:lnTo>
                    <a:pt x="0" y="9332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29" name="Google Shape;129;p37"/>
            <p:cNvSpPr/>
            <p:nvPr/>
          </p:nvSpPr>
          <p:spPr>
            <a:xfrm>
              <a:off x="9845628" y="2372748"/>
              <a:ext cx="1428138" cy="489076"/>
            </a:xfrm>
            <a:custGeom>
              <a:rect b="b" l="l" r="r" t="t"/>
              <a:pathLst>
                <a:path extrusionOk="0" h="489076" w="1428138">
                  <a:moveTo>
                    <a:pt x="1428139" y="353222"/>
                  </a:moveTo>
                  <a:lnTo>
                    <a:pt x="1254446" y="300785"/>
                  </a:lnTo>
                  <a:lnTo>
                    <a:pt x="972069" y="223335"/>
                  </a:lnTo>
                  <a:lnTo>
                    <a:pt x="157060" y="0"/>
                  </a:lnTo>
                  <a:lnTo>
                    <a:pt x="157060" y="0"/>
                  </a:lnTo>
                  <a:cubicBezTo>
                    <a:pt x="156717" y="749"/>
                    <a:pt x="156248" y="1435"/>
                    <a:pt x="155663" y="2032"/>
                  </a:cubicBezTo>
                  <a:lnTo>
                    <a:pt x="0" y="128999"/>
                  </a:lnTo>
                  <a:lnTo>
                    <a:pt x="1261938" y="489077"/>
                  </a:lnTo>
                  <a:close/>
                </a:path>
              </a:pathLst>
            </a:custGeom>
            <a:solidFill>
              <a:srgbClr val="C4E3E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0" name="Google Shape;130;p37"/>
            <p:cNvSpPr/>
            <p:nvPr/>
          </p:nvSpPr>
          <p:spPr>
            <a:xfrm>
              <a:off x="6538994" y="1476234"/>
              <a:ext cx="45073" cy="157311"/>
            </a:xfrm>
            <a:custGeom>
              <a:rect b="b" l="l" r="r" t="t"/>
              <a:pathLst>
                <a:path extrusionOk="0" h="157311" w="45073">
                  <a:moveTo>
                    <a:pt x="0" y="157312"/>
                  </a:moveTo>
                  <a:lnTo>
                    <a:pt x="45074" y="83163"/>
                  </a:lnTo>
                  <a:lnTo>
                    <a:pt x="45074" y="0"/>
                  </a:lnTo>
                  <a:lnTo>
                    <a:pt x="0" y="74530"/>
                  </a:lnTo>
                  <a:lnTo>
                    <a:pt x="0" y="157312"/>
                  </a:lnTo>
                  <a:close/>
                </a:path>
              </a:pathLst>
            </a:custGeom>
            <a:solidFill>
              <a:srgbClr val="0A405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1" name="Google Shape;131;p37"/>
            <p:cNvSpPr/>
            <p:nvPr/>
          </p:nvSpPr>
          <p:spPr>
            <a:xfrm>
              <a:off x="5730587" y="1419734"/>
              <a:ext cx="797614" cy="227017"/>
            </a:xfrm>
            <a:custGeom>
              <a:rect b="b" l="l" r="r" t="t"/>
              <a:pathLst>
                <a:path extrusionOk="0" h="227017" w="797614">
                  <a:moveTo>
                    <a:pt x="0" y="93575"/>
                  </a:moveTo>
                  <a:lnTo>
                    <a:pt x="797615" y="227017"/>
                  </a:lnTo>
                  <a:lnTo>
                    <a:pt x="797615" y="133823"/>
                  </a:lnTo>
                  <a:lnTo>
                    <a:pt x="0" y="0"/>
                  </a:lnTo>
                  <a:lnTo>
                    <a:pt x="0" y="93575"/>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2" name="Google Shape;132;p37"/>
            <p:cNvSpPr/>
            <p:nvPr/>
          </p:nvSpPr>
          <p:spPr>
            <a:xfrm>
              <a:off x="5734015" y="1311177"/>
              <a:ext cx="847259" cy="232857"/>
            </a:xfrm>
            <a:custGeom>
              <a:rect b="b" l="l" r="r" t="t"/>
              <a:pathLst>
                <a:path extrusionOk="0" h="232857" w="847259">
                  <a:moveTo>
                    <a:pt x="68944" y="0"/>
                  </a:moveTo>
                  <a:lnTo>
                    <a:pt x="0" y="99161"/>
                  </a:lnTo>
                  <a:lnTo>
                    <a:pt x="796725" y="232858"/>
                  </a:lnTo>
                  <a:lnTo>
                    <a:pt x="847259" y="149440"/>
                  </a:lnTo>
                  <a:lnTo>
                    <a:pt x="68944" y="0"/>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3" name="Google Shape;133;p37"/>
            <p:cNvSpPr/>
            <p:nvPr/>
          </p:nvSpPr>
          <p:spPr>
            <a:xfrm>
              <a:off x="4085459" y="893328"/>
              <a:ext cx="165185" cy="224604"/>
            </a:xfrm>
            <a:custGeom>
              <a:rect b="b" l="l" r="r" t="t"/>
              <a:pathLst>
                <a:path extrusionOk="0" h="224604" w="165185">
                  <a:moveTo>
                    <a:pt x="0" y="224605"/>
                  </a:moveTo>
                  <a:lnTo>
                    <a:pt x="165185" y="90401"/>
                  </a:lnTo>
                  <a:lnTo>
                    <a:pt x="165185" y="0"/>
                  </a:lnTo>
                  <a:lnTo>
                    <a:pt x="0" y="134204"/>
                  </a:lnTo>
                  <a:lnTo>
                    <a:pt x="0" y="224605"/>
                  </a:lnTo>
                  <a:close/>
                </a:path>
              </a:pathLst>
            </a:custGeom>
            <a:solidFill>
              <a:srgbClr val="0A405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4" name="Google Shape;134;p37"/>
            <p:cNvSpPr/>
            <p:nvPr/>
          </p:nvSpPr>
          <p:spPr>
            <a:xfrm>
              <a:off x="5716" y="7225"/>
              <a:ext cx="4068951" cy="1115278"/>
            </a:xfrm>
            <a:custGeom>
              <a:rect b="b" l="l" r="r" t="t"/>
              <a:pathLst>
                <a:path extrusionOk="0" h="1115278" w="4068951">
                  <a:moveTo>
                    <a:pt x="0" y="93321"/>
                  </a:moveTo>
                  <a:lnTo>
                    <a:pt x="4068952" y="1115279"/>
                  </a:lnTo>
                  <a:lnTo>
                    <a:pt x="4068952" y="1021958"/>
                  </a:lnTo>
                  <a:lnTo>
                    <a:pt x="0" y="0"/>
                  </a:lnTo>
                  <a:lnTo>
                    <a:pt x="0" y="93321"/>
                  </a:ln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5" name="Google Shape;135;p37"/>
            <p:cNvSpPr/>
            <p:nvPr/>
          </p:nvSpPr>
          <p:spPr>
            <a:xfrm>
              <a:off x="5716" y="-12696"/>
              <a:ext cx="4239343" cy="1032611"/>
            </a:xfrm>
            <a:custGeom>
              <a:rect b="b" l="l" r="r" t="t"/>
              <a:pathLst>
                <a:path extrusionOk="0" h="1032611" w="4239343">
                  <a:moveTo>
                    <a:pt x="0" y="0"/>
                  </a:moveTo>
                  <a:lnTo>
                    <a:pt x="672711" y="0"/>
                  </a:lnTo>
                  <a:lnTo>
                    <a:pt x="4239343" y="897391"/>
                  </a:lnTo>
                  <a:lnTo>
                    <a:pt x="4073015" y="1032611"/>
                  </a:lnTo>
                  <a:lnTo>
                    <a:pt x="0" y="9764"/>
                  </a:lnTo>
                  <a:close/>
                </a:path>
              </a:pathLst>
            </a:custGeom>
            <a:solidFill>
              <a:schemeClr val="dk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6" name="Google Shape;136;p37"/>
            <p:cNvSpPr/>
            <p:nvPr/>
          </p:nvSpPr>
          <p:spPr>
            <a:xfrm>
              <a:off x="5460272" y="1245789"/>
              <a:ext cx="83544" cy="195656"/>
            </a:xfrm>
            <a:custGeom>
              <a:rect b="b" l="l" r="r" t="t"/>
              <a:pathLst>
                <a:path extrusionOk="0" h="195656" w="83544">
                  <a:moveTo>
                    <a:pt x="0" y="195656"/>
                  </a:moveTo>
                  <a:lnTo>
                    <a:pt x="83545" y="86338"/>
                  </a:lnTo>
                  <a:lnTo>
                    <a:pt x="83545" y="0"/>
                  </a:lnTo>
                  <a:lnTo>
                    <a:pt x="0" y="109319"/>
                  </a:lnTo>
                  <a:lnTo>
                    <a:pt x="0" y="195656"/>
                  </a:lnTo>
                  <a:close/>
                </a:path>
              </a:pathLst>
            </a:custGeom>
            <a:solidFill>
              <a:srgbClr val="F3983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7" name="Google Shape;137;p37"/>
            <p:cNvSpPr/>
            <p:nvPr/>
          </p:nvSpPr>
          <p:spPr>
            <a:xfrm>
              <a:off x="4381041" y="1164022"/>
              <a:ext cx="1068437" cy="287072"/>
            </a:xfrm>
            <a:custGeom>
              <a:rect b="b" l="l" r="r" t="t"/>
              <a:pathLst>
                <a:path extrusionOk="0" h="287072" w="1068437">
                  <a:moveTo>
                    <a:pt x="0" y="93575"/>
                  </a:moveTo>
                  <a:lnTo>
                    <a:pt x="1068438" y="287073"/>
                  </a:lnTo>
                  <a:lnTo>
                    <a:pt x="1068438" y="193625"/>
                  </a:lnTo>
                  <a:lnTo>
                    <a:pt x="0" y="0"/>
                  </a:lnTo>
                  <a:lnTo>
                    <a:pt x="0" y="93575"/>
                  </a:lnTo>
                  <a:close/>
                </a:path>
              </a:pathLst>
            </a:custGeom>
            <a:solidFill>
              <a:srgbClr val="509498"/>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8" name="Google Shape;138;p37"/>
            <p:cNvSpPr/>
            <p:nvPr/>
          </p:nvSpPr>
          <p:spPr>
            <a:xfrm>
              <a:off x="4385358" y="1007980"/>
              <a:ext cx="1154903" cy="340144"/>
            </a:xfrm>
            <a:custGeom>
              <a:rect b="b" l="l" r="r" t="t"/>
              <a:pathLst>
                <a:path extrusionOk="0" h="340144" w="1154903">
                  <a:moveTo>
                    <a:pt x="126206" y="0"/>
                  </a:moveTo>
                  <a:lnTo>
                    <a:pt x="0" y="146901"/>
                  </a:lnTo>
                  <a:lnTo>
                    <a:pt x="1067041" y="340144"/>
                  </a:lnTo>
                  <a:lnTo>
                    <a:pt x="1154903" y="225112"/>
                  </a:lnTo>
                  <a:lnTo>
                    <a:pt x="126206" y="0"/>
                  </a:ln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39" name="Google Shape;139;p37"/>
            <p:cNvSpPr/>
            <p:nvPr/>
          </p:nvSpPr>
          <p:spPr>
            <a:xfrm>
              <a:off x="10108071" y="318802"/>
              <a:ext cx="1506478" cy="460636"/>
            </a:xfrm>
            <a:custGeom>
              <a:rect b="b" l="l" r="r" t="t"/>
              <a:pathLst>
                <a:path extrusionOk="0" h="460636" w="1506478">
                  <a:moveTo>
                    <a:pt x="2540" y="7364"/>
                  </a:moveTo>
                  <a:lnTo>
                    <a:pt x="254" y="9269"/>
                  </a:lnTo>
                  <a:lnTo>
                    <a:pt x="1494289" y="460637"/>
                  </a:lnTo>
                  <a:lnTo>
                    <a:pt x="1501146" y="455050"/>
                  </a:lnTo>
                  <a:lnTo>
                    <a:pt x="1501781" y="455050"/>
                  </a:lnTo>
                  <a:lnTo>
                    <a:pt x="1502670" y="455050"/>
                  </a:lnTo>
                  <a:lnTo>
                    <a:pt x="1503686" y="455050"/>
                  </a:lnTo>
                  <a:lnTo>
                    <a:pt x="1506479" y="455050"/>
                  </a:lnTo>
                  <a:lnTo>
                    <a:pt x="635" y="0"/>
                  </a:lnTo>
                  <a:lnTo>
                    <a:pt x="0" y="0"/>
                  </a:lnTo>
                  <a:cubicBezTo>
                    <a:pt x="1131" y="140"/>
                    <a:pt x="2197" y="635"/>
                    <a:pt x="3048" y="1397"/>
                  </a:cubicBezTo>
                  <a:cubicBezTo>
                    <a:pt x="4330" y="3251"/>
                    <a:pt x="4114" y="5752"/>
                    <a:pt x="2540" y="736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0" name="Google Shape;140;p37"/>
            <p:cNvSpPr/>
            <p:nvPr/>
          </p:nvSpPr>
          <p:spPr>
            <a:xfrm>
              <a:off x="11313889" y="773218"/>
              <a:ext cx="300280" cy="253553"/>
            </a:xfrm>
            <a:custGeom>
              <a:rect b="b" l="l" r="r" t="t"/>
              <a:pathLst>
                <a:path extrusionOk="0" h="253553" w="300280">
                  <a:moveTo>
                    <a:pt x="508" y="251395"/>
                  </a:moveTo>
                  <a:lnTo>
                    <a:pt x="508" y="253553"/>
                  </a:lnTo>
                  <a:lnTo>
                    <a:pt x="300280" y="9777"/>
                  </a:lnTo>
                  <a:lnTo>
                    <a:pt x="296725" y="8507"/>
                  </a:lnTo>
                  <a:cubicBezTo>
                    <a:pt x="294198" y="7948"/>
                    <a:pt x="292598" y="5434"/>
                    <a:pt x="293157" y="2895"/>
                  </a:cubicBezTo>
                  <a:cubicBezTo>
                    <a:pt x="293195" y="2730"/>
                    <a:pt x="293246" y="2577"/>
                    <a:pt x="293296" y="2412"/>
                  </a:cubicBezTo>
                  <a:cubicBezTo>
                    <a:pt x="293690" y="1371"/>
                    <a:pt x="294452" y="508"/>
                    <a:pt x="295455" y="0"/>
                  </a:cubicBezTo>
                  <a:lnTo>
                    <a:pt x="294820" y="0"/>
                  </a:lnTo>
                  <a:lnTo>
                    <a:pt x="287964" y="5587"/>
                  </a:lnTo>
                  <a:lnTo>
                    <a:pt x="0" y="23971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1" name="Google Shape;141;p37"/>
            <p:cNvSpPr/>
            <p:nvPr/>
          </p:nvSpPr>
          <p:spPr>
            <a:xfrm>
              <a:off x="9213453" y="1240964"/>
              <a:ext cx="430421" cy="128109"/>
            </a:xfrm>
            <a:custGeom>
              <a:rect b="b" l="l" r="r" t="t"/>
              <a:pathLst>
                <a:path extrusionOk="0" h="128109" w="430421">
                  <a:moveTo>
                    <a:pt x="1778" y="8507"/>
                  </a:moveTo>
                  <a:lnTo>
                    <a:pt x="0" y="8507"/>
                  </a:lnTo>
                  <a:lnTo>
                    <a:pt x="0" y="8507"/>
                  </a:lnTo>
                  <a:lnTo>
                    <a:pt x="336593" y="110080"/>
                  </a:lnTo>
                  <a:lnTo>
                    <a:pt x="430422" y="128110"/>
                  </a:lnTo>
                  <a:lnTo>
                    <a:pt x="430422" y="128110"/>
                  </a:lnTo>
                  <a:lnTo>
                    <a:pt x="6983" y="0"/>
                  </a:lnTo>
                  <a:lnTo>
                    <a:pt x="6983" y="3555"/>
                  </a:lnTo>
                  <a:cubicBezTo>
                    <a:pt x="6844" y="6336"/>
                    <a:pt x="4558" y="8507"/>
                    <a:pt x="1778" y="85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2" name="Google Shape;142;p37"/>
            <p:cNvSpPr/>
            <p:nvPr/>
          </p:nvSpPr>
          <p:spPr>
            <a:xfrm>
              <a:off x="9211548" y="620095"/>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3" name="Google Shape;143;p37"/>
            <p:cNvSpPr/>
            <p:nvPr/>
          </p:nvSpPr>
          <p:spPr>
            <a:xfrm>
              <a:off x="9210914" y="62161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4" name="Google Shape;144;p37"/>
            <p:cNvSpPr/>
            <p:nvPr/>
          </p:nvSpPr>
          <p:spPr>
            <a:xfrm>
              <a:off x="9211511" y="624285"/>
              <a:ext cx="9179" cy="625065"/>
            </a:xfrm>
            <a:custGeom>
              <a:rect b="b" l="l" r="r" t="t"/>
              <a:pathLst>
                <a:path extrusionOk="0" h="625065" w="9179">
                  <a:moveTo>
                    <a:pt x="1816" y="3936"/>
                  </a:moveTo>
                  <a:lnTo>
                    <a:pt x="1054" y="3936"/>
                  </a:lnTo>
                  <a:lnTo>
                    <a:pt x="38" y="3301"/>
                  </a:lnTo>
                  <a:lnTo>
                    <a:pt x="38" y="3301"/>
                  </a:lnTo>
                  <a:cubicBezTo>
                    <a:pt x="0" y="3085"/>
                    <a:pt x="0" y="2882"/>
                    <a:pt x="38" y="2666"/>
                  </a:cubicBezTo>
                  <a:cubicBezTo>
                    <a:pt x="0" y="2412"/>
                    <a:pt x="0" y="2158"/>
                    <a:pt x="38" y="1904"/>
                  </a:cubicBezTo>
                  <a:cubicBezTo>
                    <a:pt x="-13" y="1562"/>
                    <a:pt x="-13" y="1232"/>
                    <a:pt x="38" y="889"/>
                  </a:cubicBezTo>
                  <a:cubicBezTo>
                    <a:pt x="38" y="889"/>
                    <a:pt x="38" y="889"/>
                    <a:pt x="38" y="0"/>
                  </a:cubicBezTo>
                  <a:lnTo>
                    <a:pt x="38" y="0"/>
                  </a:lnTo>
                  <a:lnTo>
                    <a:pt x="38" y="620996"/>
                  </a:lnTo>
                  <a:lnTo>
                    <a:pt x="38" y="620996"/>
                  </a:lnTo>
                  <a:cubicBezTo>
                    <a:pt x="-13" y="621326"/>
                    <a:pt x="-13" y="621681"/>
                    <a:pt x="38" y="622011"/>
                  </a:cubicBezTo>
                  <a:cubicBezTo>
                    <a:pt x="38" y="622011"/>
                    <a:pt x="38" y="622647"/>
                    <a:pt x="38" y="622900"/>
                  </a:cubicBezTo>
                  <a:lnTo>
                    <a:pt x="38" y="623662"/>
                  </a:lnTo>
                  <a:lnTo>
                    <a:pt x="38" y="624424"/>
                  </a:lnTo>
                  <a:lnTo>
                    <a:pt x="800" y="624424"/>
                  </a:lnTo>
                  <a:lnTo>
                    <a:pt x="1943" y="625059"/>
                  </a:lnTo>
                  <a:lnTo>
                    <a:pt x="3720" y="625059"/>
                  </a:lnTo>
                  <a:cubicBezTo>
                    <a:pt x="6551" y="625198"/>
                    <a:pt x="8977" y="623065"/>
                    <a:pt x="9180" y="620234"/>
                  </a:cubicBezTo>
                  <a:lnTo>
                    <a:pt x="9180" y="6094"/>
                  </a:lnTo>
                  <a:lnTo>
                    <a:pt x="2070" y="393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5" name="Google Shape;145;p37"/>
            <p:cNvSpPr/>
            <p:nvPr/>
          </p:nvSpPr>
          <p:spPr>
            <a:xfrm>
              <a:off x="10631815" y="1056862"/>
              <a:ext cx="10792" cy="506217"/>
            </a:xfrm>
            <a:custGeom>
              <a:rect b="b" l="l" r="r" t="t"/>
              <a:pathLst>
                <a:path extrusionOk="0" h="506217" w="10792">
                  <a:moveTo>
                    <a:pt x="3683" y="1016"/>
                  </a:moveTo>
                  <a:lnTo>
                    <a:pt x="0" y="0"/>
                  </a:lnTo>
                  <a:lnTo>
                    <a:pt x="0" y="503932"/>
                  </a:lnTo>
                  <a:lnTo>
                    <a:pt x="6603" y="505329"/>
                  </a:lnTo>
                  <a:lnTo>
                    <a:pt x="10793" y="506218"/>
                  </a:lnTo>
                  <a:lnTo>
                    <a:pt x="10793" y="3174"/>
                  </a:lnTo>
                  <a:lnTo>
                    <a:pt x="3683"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6" name="Google Shape;146;p37"/>
            <p:cNvSpPr/>
            <p:nvPr/>
          </p:nvSpPr>
          <p:spPr>
            <a:xfrm>
              <a:off x="9210914" y="621111"/>
              <a:ext cx="12696" cy="761"/>
            </a:xfrm>
            <a:custGeom>
              <a:rect b="b" l="l" r="r" t="t"/>
              <a:pathLst>
                <a:path extrusionOk="0" h="761" w="12696">
                  <a:moveTo>
                    <a:pt x="0" y="762"/>
                  </a:moveTo>
                  <a:lnTo>
                    <a:pt x="0" y="762"/>
                  </a:lnTo>
                  <a:cubicBezTo>
                    <a:pt x="0" y="762"/>
                    <a:pt x="0" y="762"/>
                    <a:pt x="0" y="762"/>
                  </a:cubicBezTo>
                  <a:cubicBezTo>
                    <a:pt x="0" y="762"/>
                    <a:pt x="0" y="762"/>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7" name="Google Shape;147;p37"/>
            <p:cNvSpPr/>
            <p:nvPr/>
          </p:nvSpPr>
          <p:spPr>
            <a:xfrm>
              <a:off x="9210914" y="620222"/>
              <a:ext cx="12696" cy="761"/>
            </a:xfrm>
            <a:custGeom>
              <a:rect b="b" l="l" r="r" t="t"/>
              <a:pathLst>
                <a:path extrusionOk="0" h="761" w="12696">
                  <a:moveTo>
                    <a:pt x="0" y="0"/>
                  </a:moveTo>
                  <a:lnTo>
                    <a:pt x="0" y="762"/>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8" name="Google Shape;148;p37"/>
            <p:cNvSpPr/>
            <p:nvPr/>
          </p:nvSpPr>
          <p:spPr>
            <a:xfrm>
              <a:off x="9213326" y="621619"/>
              <a:ext cx="1422679" cy="436512"/>
            </a:xfrm>
            <a:custGeom>
              <a:rect b="b" l="l" r="r" t="t"/>
              <a:pathLst>
                <a:path extrusionOk="0" h="436512" w="1422679">
                  <a:moveTo>
                    <a:pt x="1422679" y="426736"/>
                  </a:moveTo>
                  <a:lnTo>
                    <a:pt x="12443" y="0"/>
                  </a:lnTo>
                  <a:lnTo>
                    <a:pt x="5587" y="5587"/>
                  </a:lnTo>
                  <a:cubicBezTo>
                    <a:pt x="4558" y="6450"/>
                    <a:pt x="3250" y="6894"/>
                    <a:pt x="1905" y="6856"/>
                  </a:cubicBezTo>
                  <a:lnTo>
                    <a:pt x="0" y="6856"/>
                  </a:lnTo>
                  <a:lnTo>
                    <a:pt x="0" y="6856"/>
                  </a:lnTo>
                  <a:lnTo>
                    <a:pt x="7110" y="9015"/>
                  </a:lnTo>
                  <a:lnTo>
                    <a:pt x="1418236" y="435497"/>
                  </a:lnTo>
                  <a:lnTo>
                    <a:pt x="1421917" y="436513"/>
                  </a:lnTo>
                  <a:lnTo>
                    <a:pt x="1421917" y="436513"/>
                  </a:lnTo>
                  <a:lnTo>
                    <a:pt x="1421028" y="436513"/>
                  </a:lnTo>
                  <a:lnTo>
                    <a:pt x="1420013" y="435878"/>
                  </a:lnTo>
                  <a:lnTo>
                    <a:pt x="1420013" y="435878"/>
                  </a:lnTo>
                  <a:lnTo>
                    <a:pt x="1420013" y="435243"/>
                  </a:lnTo>
                  <a:lnTo>
                    <a:pt x="1420013" y="434481"/>
                  </a:lnTo>
                  <a:cubicBezTo>
                    <a:pt x="1419962" y="434151"/>
                    <a:pt x="1419962" y="433796"/>
                    <a:pt x="1420013" y="433466"/>
                  </a:cubicBezTo>
                  <a:cubicBezTo>
                    <a:pt x="1419950" y="433174"/>
                    <a:pt x="1419950" y="432869"/>
                    <a:pt x="1420013" y="432577"/>
                  </a:cubicBezTo>
                  <a:cubicBezTo>
                    <a:pt x="1419962" y="432247"/>
                    <a:pt x="1419962" y="431891"/>
                    <a:pt x="1420013" y="431561"/>
                  </a:cubicBezTo>
                  <a:lnTo>
                    <a:pt x="1420013" y="430799"/>
                  </a:lnTo>
                  <a:lnTo>
                    <a:pt x="1420013" y="429910"/>
                  </a:lnTo>
                  <a:lnTo>
                    <a:pt x="1420013" y="429022"/>
                  </a:lnTo>
                  <a:lnTo>
                    <a:pt x="1420013" y="42902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49" name="Google Shape;149;p37"/>
            <p:cNvSpPr/>
            <p:nvPr/>
          </p:nvSpPr>
          <p:spPr>
            <a:xfrm>
              <a:off x="10633593" y="848890"/>
              <a:ext cx="258888" cy="202258"/>
            </a:xfrm>
            <a:custGeom>
              <a:rect b="b" l="l" r="r" t="t"/>
              <a:pathLst>
                <a:path extrusionOk="0" h="202258" w="258888">
                  <a:moveTo>
                    <a:pt x="0" y="200735"/>
                  </a:moveTo>
                  <a:lnTo>
                    <a:pt x="0" y="200735"/>
                  </a:lnTo>
                  <a:cubicBezTo>
                    <a:pt x="1511" y="199453"/>
                    <a:pt x="3568" y="199021"/>
                    <a:pt x="5460" y="199592"/>
                  </a:cubicBezTo>
                  <a:lnTo>
                    <a:pt x="14347" y="202259"/>
                  </a:lnTo>
                  <a:lnTo>
                    <a:pt x="258888" y="3555"/>
                  </a:lnTo>
                  <a:lnTo>
                    <a:pt x="255968" y="2666"/>
                  </a:lnTo>
                  <a:lnTo>
                    <a:pt x="247081" y="0"/>
                  </a:lnTo>
                  <a:lnTo>
                    <a:pt x="2412" y="19946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0" name="Google Shape;150;p37"/>
            <p:cNvSpPr/>
            <p:nvPr/>
          </p:nvSpPr>
          <p:spPr>
            <a:xfrm>
              <a:off x="10632958" y="1055973"/>
              <a:ext cx="12696" cy="761"/>
            </a:xfrm>
            <a:custGeom>
              <a:rect b="b" l="l" r="r" t="t"/>
              <a:pathLst>
                <a:path extrusionOk="0" h="761" w="12696">
                  <a:moveTo>
                    <a:pt x="0" y="762"/>
                  </a:moveTo>
                  <a:lnTo>
                    <a:pt x="0" y="0"/>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1" name="Google Shape;151;p37"/>
            <p:cNvSpPr/>
            <p:nvPr/>
          </p:nvSpPr>
          <p:spPr>
            <a:xfrm>
              <a:off x="8694787" y="855746"/>
              <a:ext cx="253936" cy="211400"/>
            </a:xfrm>
            <a:custGeom>
              <a:rect b="b" l="l" r="r" t="t"/>
              <a:pathLst>
                <a:path extrusionOk="0" h="211400" w="253936">
                  <a:moveTo>
                    <a:pt x="244668" y="2158"/>
                  </a:moveTo>
                  <a:lnTo>
                    <a:pt x="244668" y="0"/>
                  </a:lnTo>
                  <a:lnTo>
                    <a:pt x="1651" y="197561"/>
                  </a:lnTo>
                  <a:lnTo>
                    <a:pt x="1651" y="208480"/>
                  </a:lnTo>
                  <a:cubicBezTo>
                    <a:pt x="1651" y="208480"/>
                    <a:pt x="1651" y="208480"/>
                    <a:pt x="1651" y="209369"/>
                  </a:cubicBezTo>
                  <a:lnTo>
                    <a:pt x="1651" y="209369"/>
                  </a:lnTo>
                  <a:cubicBezTo>
                    <a:pt x="1372" y="210219"/>
                    <a:pt x="775" y="210943"/>
                    <a:pt x="0" y="211400"/>
                  </a:cubicBezTo>
                  <a:lnTo>
                    <a:pt x="0" y="211400"/>
                  </a:lnTo>
                  <a:lnTo>
                    <a:pt x="253937" y="5079"/>
                  </a:lnTo>
                  <a:lnTo>
                    <a:pt x="253937" y="5079"/>
                  </a:lnTo>
                  <a:cubicBezTo>
                    <a:pt x="252921" y="5980"/>
                    <a:pt x="251613" y="6475"/>
                    <a:pt x="250255" y="6475"/>
                  </a:cubicBezTo>
                  <a:cubicBezTo>
                    <a:pt x="247550" y="6716"/>
                    <a:pt x="245125" y="4837"/>
                    <a:pt x="244668"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2" name="Google Shape;152;p37"/>
            <p:cNvSpPr/>
            <p:nvPr/>
          </p:nvSpPr>
          <p:spPr>
            <a:xfrm>
              <a:off x="5051688" y="-39118"/>
              <a:ext cx="3638910" cy="1108170"/>
            </a:xfrm>
            <a:custGeom>
              <a:rect b="b" l="l" r="r" t="t"/>
              <a:pathLst>
                <a:path extrusionOk="0" h="1108170" w="3638910">
                  <a:moveTo>
                    <a:pt x="1068184" y="331257"/>
                  </a:moveTo>
                  <a:lnTo>
                    <a:pt x="1068184" y="331257"/>
                  </a:lnTo>
                  <a:lnTo>
                    <a:pt x="3637260" y="1108168"/>
                  </a:lnTo>
                  <a:lnTo>
                    <a:pt x="3638910" y="1108168"/>
                  </a:lnTo>
                  <a:cubicBezTo>
                    <a:pt x="3636079" y="1108245"/>
                    <a:pt x="3633717" y="1106048"/>
                    <a:pt x="3633577" y="1103217"/>
                  </a:cubicBezTo>
                  <a:lnTo>
                    <a:pt x="3633577" y="1096487"/>
                  </a:lnTo>
                  <a:lnTo>
                    <a:pt x="7364" y="0"/>
                  </a:lnTo>
                  <a:lnTo>
                    <a:pt x="7364" y="3555"/>
                  </a:lnTo>
                  <a:cubicBezTo>
                    <a:pt x="7161" y="6386"/>
                    <a:pt x="4736" y="8519"/>
                    <a:pt x="1904" y="8380"/>
                  </a:cubicBezTo>
                  <a:cubicBezTo>
                    <a:pt x="1269" y="8494"/>
                    <a:pt x="635" y="8494"/>
                    <a:pt x="0" y="8380"/>
                  </a:cubicBezTo>
                  <a:lnTo>
                    <a:pt x="0" y="8380"/>
                  </a:lnTo>
                  <a:lnTo>
                    <a:pt x="486034" y="155408"/>
                  </a:lnTo>
                  <a:lnTo>
                    <a:pt x="1068311" y="33138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3" name="Google Shape;153;p37"/>
            <p:cNvSpPr/>
            <p:nvPr/>
          </p:nvSpPr>
          <p:spPr>
            <a:xfrm>
              <a:off x="8696245" y="1065369"/>
              <a:ext cx="66" cy="761"/>
            </a:xfrm>
            <a:custGeom>
              <a:rect b="b" l="l" r="r" t="t"/>
              <a:pathLst>
                <a:path extrusionOk="0" h="761" w="66">
                  <a:moveTo>
                    <a:pt x="66" y="0"/>
                  </a:moveTo>
                  <a:lnTo>
                    <a:pt x="66" y="762"/>
                  </a:lnTo>
                  <a:lnTo>
                    <a:pt x="66" y="762"/>
                  </a:lnTo>
                  <a:cubicBezTo>
                    <a:pt x="-22" y="521"/>
                    <a:pt x="-22" y="241"/>
                    <a:pt x="6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4" name="Google Shape;154;p37"/>
            <p:cNvSpPr/>
            <p:nvPr/>
          </p:nvSpPr>
          <p:spPr>
            <a:xfrm>
              <a:off x="8685011" y="445262"/>
              <a:ext cx="10537" cy="624171"/>
            </a:xfrm>
            <a:custGeom>
              <a:rect b="b" l="l" r="r" t="t"/>
              <a:pathLst>
                <a:path extrusionOk="0" h="624171" w="10537">
                  <a:moveTo>
                    <a:pt x="635" y="619218"/>
                  </a:moveTo>
                  <a:cubicBezTo>
                    <a:pt x="774" y="622050"/>
                    <a:pt x="3136" y="624246"/>
                    <a:pt x="5967" y="624170"/>
                  </a:cubicBezTo>
                  <a:cubicBezTo>
                    <a:pt x="7009" y="624145"/>
                    <a:pt x="8011" y="623840"/>
                    <a:pt x="8888" y="623281"/>
                  </a:cubicBezTo>
                  <a:lnTo>
                    <a:pt x="8888" y="623281"/>
                  </a:lnTo>
                  <a:lnTo>
                    <a:pt x="8888" y="623281"/>
                  </a:lnTo>
                  <a:cubicBezTo>
                    <a:pt x="9662" y="622824"/>
                    <a:pt x="10259" y="622100"/>
                    <a:pt x="10538" y="621250"/>
                  </a:cubicBezTo>
                  <a:lnTo>
                    <a:pt x="10538" y="620488"/>
                  </a:lnTo>
                  <a:cubicBezTo>
                    <a:pt x="10538" y="620488"/>
                    <a:pt x="10538" y="619853"/>
                    <a:pt x="10538" y="619599"/>
                  </a:cubicBezTo>
                  <a:lnTo>
                    <a:pt x="10538" y="0"/>
                  </a:lnTo>
                  <a:lnTo>
                    <a:pt x="8761" y="1524"/>
                  </a:lnTo>
                  <a:lnTo>
                    <a:pt x="8761" y="1524"/>
                  </a:lnTo>
                  <a:cubicBezTo>
                    <a:pt x="8252" y="1854"/>
                    <a:pt x="7694" y="2108"/>
                    <a:pt x="7110" y="2285"/>
                  </a:cubicBezTo>
                  <a:cubicBezTo>
                    <a:pt x="6526" y="2412"/>
                    <a:pt x="5917" y="2412"/>
                    <a:pt x="5332" y="2285"/>
                  </a:cubicBezTo>
                  <a:lnTo>
                    <a:pt x="3682" y="2285"/>
                  </a:lnTo>
                  <a:lnTo>
                    <a:pt x="0" y="1143"/>
                  </a:lnTo>
                  <a:lnTo>
                    <a:pt x="0" y="61896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5" name="Google Shape;155;p37"/>
            <p:cNvSpPr/>
            <p:nvPr/>
          </p:nvSpPr>
          <p:spPr>
            <a:xfrm>
              <a:off x="7164989" y="-12695"/>
              <a:ext cx="1525737" cy="460751"/>
            </a:xfrm>
            <a:custGeom>
              <a:rect b="b" l="l" r="r" t="t"/>
              <a:pathLst>
                <a:path extrusionOk="0" h="460751" w="1525737">
                  <a:moveTo>
                    <a:pt x="0" y="0"/>
                  </a:moveTo>
                  <a:lnTo>
                    <a:pt x="34663" y="0"/>
                  </a:lnTo>
                  <a:lnTo>
                    <a:pt x="1524087" y="450213"/>
                  </a:lnTo>
                  <a:lnTo>
                    <a:pt x="1521801" y="452117"/>
                  </a:lnTo>
                  <a:cubicBezTo>
                    <a:pt x="1521674" y="452231"/>
                    <a:pt x="1521560" y="452346"/>
                    <a:pt x="1521458" y="452460"/>
                  </a:cubicBezTo>
                  <a:cubicBezTo>
                    <a:pt x="1519719" y="454390"/>
                    <a:pt x="1519871" y="457361"/>
                    <a:pt x="1521801" y="459100"/>
                  </a:cubicBezTo>
                  <a:cubicBezTo>
                    <a:pt x="1522855" y="460129"/>
                    <a:pt x="1524264" y="460713"/>
                    <a:pt x="1525737" y="460751"/>
                  </a:cubicBezTo>
                  <a:lnTo>
                    <a:pt x="1524087" y="460751"/>
                  </a:lnTo>
                  <a:lnTo>
                    <a:pt x="1520404" y="45960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6" name="Google Shape;156;p37"/>
            <p:cNvSpPr/>
            <p:nvPr/>
          </p:nvSpPr>
          <p:spPr>
            <a:xfrm>
              <a:off x="8948851" y="233481"/>
              <a:ext cx="12696" cy="12696"/>
            </a:xfrm>
            <a:custGeom>
              <a:rect b="b" l="l" r="r" t="t"/>
              <a:pathLst>
                <a:path extrusionOk="0" h="12696" w="12696">
                  <a:moveTo>
                    <a:pt x="0" y="0"/>
                  </a:move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7" name="Google Shape;157;p37"/>
            <p:cNvSpPr/>
            <p:nvPr/>
          </p:nvSpPr>
          <p:spPr>
            <a:xfrm>
              <a:off x="8949994" y="234877"/>
              <a:ext cx="12696" cy="888"/>
            </a:xfrm>
            <a:custGeom>
              <a:rect b="b" l="l" r="r" t="t"/>
              <a:pathLst>
                <a:path extrusionOk="0" h="888" w="12696">
                  <a:moveTo>
                    <a:pt x="0" y="889"/>
                  </a:moveTo>
                  <a:lnTo>
                    <a:pt x="0" y="889"/>
                  </a:lnTo>
                  <a:cubicBezTo>
                    <a:pt x="0" y="889"/>
                    <a:pt x="0" y="889"/>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8" name="Google Shape;158;p37"/>
            <p:cNvSpPr/>
            <p:nvPr/>
          </p:nvSpPr>
          <p:spPr>
            <a:xfrm>
              <a:off x="8947073" y="232719"/>
              <a:ext cx="762" cy="12696"/>
            </a:xfrm>
            <a:custGeom>
              <a:rect b="b" l="l" r="r" t="t"/>
              <a:pathLst>
                <a:path extrusionOk="0" h="12696" w="762">
                  <a:moveTo>
                    <a:pt x="763" y="0"/>
                  </a:moveTo>
                  <a:lnTo>
                    <a:pt x="763"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59" name="Google Shape;159;p37"/>
            <p:cNvSpPr/>
            <p:nvPr/>
          </p:nvSpPr>
          <p:spPr>
            <a:xfrm>
              <a:off x="8685923" y="239448"/>
              <a:ext cx="253532" cy="208702"/>
            </a:xfrm>
            <a:custGeom>
              <a:rect b="b" l="l" r="r" t="t"/>
              <a:pathLst>
                <a:path extrusionOk="0" h="208702" w="253532">
                  <a:moveTo>
                    <a:pt x="1120" y="206956"/>
                  </a:moveTo>
                  <a:cubicBezTo>
                    <a:pt x="2174" y="207985"/>
                    <a:pt x="3583" y="208569"/>
                    <a:pt x="5056" y="208607"/>
                  </a:cubicBezTo>
                  <a:cubicBezTo>
                    <a:pt x="5640" y="208734"/>
                    <a:pt x="6249" y="208734"/>
                    <a:pt x="6834" y="208607"/>
                  </a:cubicBezTo>
                  <a:cubicBezTo>
                    <a:pt x="7418" y="208429"/>
                    <a:pt x="7977" y="208175"/>
                    <a:pt x="8484" y="207845"/>
                  </a:cubicBezTo>
                  <a:lnTo>
                    <a:pt x="8484" y="207845"/>
                  </a:lnTo>
                  <a:lnTo>
                    <a:pt x="10262" y="206321"/>
                  </a:lnTo>
                  <a:lnTo>
                    <a:pt x="253533" y="9015"/>
                  </a:lnTo>
                  <a:lnTo>
                    <a:pt x="253533" y="1524"/>
                  </a:lnTo>
                  <a:lnTo>
                    <a:pt x="248454" y="0"/>
                  </a:lnTo>
                  <a:lnTo>
                    <a:pt x="4421" y="198069"/>
                  </a:lnTo>
                  <a:lnTo>
                    <a:pt x="2136" y="199973"/>
                  </a:lnTo>
                  <a:cubicBezTo>
                    <a:pt x="-36" y="201383"/>
                    <a:pt x="-658" y="204303"/>
                    <a:pt x="764" y="206474"/>
                  </a:cubicBezTo>
                  <a:cubicBezTo>
                    <a:pt x="866" y="206639"/>
                    <a:pt x="993" y="206804"/>
                    <a:pt x="1120" y="20695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0" name="Google Shape;160;p37"/>
            <p:cNvSpPr/>
            <p:nvPr/>
          </p:nvSpPr>
          <p:spPr>
            <a:xfrm>
              <a:off x="8950375" y="397522"/>
              <a:ext cx="389665" cy="125316"/>
            </a:xfrm>
            <a:custGeom>
              <a:rect b="b" l="l" r="r" t="t"/>
              <a:pathLst>
                <a:path extrusionOk="0" h="125316" w="389665">
                  <a:moveTo>
                    <a:pt x="0" y="10411"/>
                  </a:moveTo>
                  <a:lnTo>
                    <a:pt x="380397" y="125316"/>
                  </a:lnTo>
                  <a:lnTo>
                    <a:pt x="387380" y="119730"/>
                  </a:lnTo>
                  <a:lnTo>
                    <a:pt x="387380" y="119730"/>
                  </a:lnTo>
                  <a:lnTo>
                    <a:pt x="387380" y="119730"/>
                  </a:lnTo>
                  <a:lnTo>
                    <a:pt x="389666" y="117825"/>
                  </a:lnTo>
                  <a:lnTo>
                    <a:pt x="0" y="0"/>
                  </a:lnTo>
                  <a:lnTo>
                    <a:pt x="0" y="3555"/>
                  </a:lnTo>
                  <a:lnTo>
                    <a:pt x="0" y="1041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1" name="Google Shape;161;p37"/>
            <p:cNvSpPr/>
            <p:nvPr/>
          </p:nvSpPr>
          <p:spPr>
            <a:xfrm>
              <a:off x="9725389" y="226244"/>
              <a:ext cx="10791" cy="266630"/>
            </a:xfrm>
            <a:custGeom>
              <a:rect b="b" l="l" r="r" t="t"/>
              <a:pathLst>
                <a:path extrusionOk="0" h="266630" w="10791">
                  <a:moveTo>
                    <a:pt x="0" y="1651"/>
                  </a:moveTo>
                  <a:lnTo>
                    <a:pt x="0" y="263457"/>
                  </a:lnTo>
                  <a:lnTo>
                    <a:pt x="7110" y="265615"/>
                  </a:lnTo>
                  <a:lnTo>
                    <a:pt x="10792" y="266631"/>
                  </a:lnTo>
                  <a:lnTo>
                    <a:pt x="10792" y="0"/>
                  </a:lnTo>
                  <a:lnTo>
                    <a:pt x="9014" y="1524"/>
                  </a:lnTo>
                  <a:lnTo>
                    <a:pt x="9014" y="1524"/>
                  </a:lnTo>
                  <a:cubicBezTo>
                    <a:pt x="8101" y="2323"/>
                    <a:pt x="6932" y="2781"/>
                    <a:pt x="5713" y="2793"/>
                  </a:cubicBezTo>
                  <a:lnTo>
                    <a:pt x="3936" y="279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2" name="Google Shape;162;p37"/>
            <p:cNvSpPr/>
            <p:nvPr/>
          </p:nvSpPr>
          <p:spPr>
            <a:xfrm>
              <a:off x="8928349" y="-12696"/>
              <a:ext cx="802500" cy="241733"/>
            </a:xfrm>
            <a:custGeom>
              <a:rect b="b" l="l" r="r" t="t"/>
              <a:pathLst>
                <a:path extrusionOk="0" h="241733" w="802500">
                  <a:moveTo>
                    <a:pt x="0" y="0"/>
                  </a:moveTo>
                  <a:lnTo>
                    <a:pt x="35612" y="0"/>
                  </a:lnTo>
                  <a:lnTo>
                    <a:pt x="800850" y="231195"/>
                  </a:lnTo>
                  <a:lnTo>
                    <a:pt x="798437" y="233099"/>
                  </a:lnTo>
                  <a:cubicBezTo>
                    <a:pt x="798310" y="233214"/>
                    <a:pt x="798196" y="233328"/>
                    <a:pt x="798095" y="233442"/>
                  </a:cubicBezTo>
                  <a:cubicBezTo>
                    <a:pt x="796355" y="235372"/>
                    <a:pt x="796507" y="238343"/>
                    <a:pt x="798437" y="240082"/>
                  </a:cubicBezTo>
                  <a:cubicBezTo>
                    <a:pt x="799529" y="241136"/>
                    <a:pt x="800989" y="241733"/>
                    <a:pt x="802500" y="241733"/>
                  </a:cubicBezTo>
                  <a:lnTo>
                    <a:pt x="800722" y="241733"/>
                  </a:lnTo>
                  <a:lnTo>
                    <a:pt x="797041" y="24084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3" name="Google Shape;163;p37"/>
            <p:cNvSpPr/>
            <p:nvPr/>
          </p:nvSpPr>
          <p:spPr>
            <a:xfrm>
              <a:off x="9731483" y="228021"/>
              <a:ext cx="3301" cy="1269"/>
            </a:xfrm>
            <a:custGeom>
              <a:rect b="b" l="l" r="r" t="t"/>
              <a:pathLst>
                <a:path extrusionOk="0" h="1269" w="3301">
                  <a:moveTo>
                    <a:pt x="0" y="1270"/>
                  </a:moveTo>
                  <a:cubicBezTo>
                    <a:pt x="1219" y="1257"/>
                    <a:pt x="2387" y="800"/>
                    <a:pt x="3301" y="0"/>
                  </a:cubicBezTo>
                  <a:cubicBezTo>
                    <a:pt x="2361" y="775"/>
                    <a:pt x="1206" y="1219"/>
                    <a:pt x="0" y="127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4" name="Google Shape;164;p37"/>
            <p:cNvSpPr/>
            <p:nvPr/>
          </p:nvSpPr>
          <p:spPr>
            <a:xfrm>
              <a:off x="10057157" y="-45212"/>
              <a:ext cx="10792" cy="401723"/>
            </a:xfrm>
            <a:custGeom>
              <a:rect b="b" l="l" r="r" t="t"/>
              <a:pathLst>
                <a:path extrusionOk="0" h="401723" w="10792">
                  <a:moveTo>
                    <a:pt x="9014" y="3682"/>
                  </a:moveTo>
                  <a:lnTo>
                    <a:pt x="0" y="11046"/>
                  </a:lnTo>
                  <a:lnTo>
                    <a:pt x="0" y="401724"/>
                  </a:lnTo>
                  <a:lnTo>
                    <a:pt x="1777" y="400200"/>
                  </a:lnTo>
                  <a:lnTo>
                    <a:pt x="10792" y="392836"/>
                  </a:lnTo>
                  <a:lnTo>
                    <a:pt x="10792" y="0"/>
                  </a:lnTo>
                  <a:lnTo>
                    <a:pt x="10792" y="0"/>
                  </a:lnTo>
                  <a:cubicBezTo>
                    <a:pt x="10792" y="0"/>
                    <a:pt x="10792" y="0"/>
                    <a:pt x="10792" y="0"/>
                  </a:cubicBezTo>
                  <a:cubicBezTo>
                    <a:pt x="10818" y="1435"/>
                    <a:pt x="10157" y="2806"/>
                    <a:pt x="9014" y="368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5" name="Google Shape;165;p37"/>
            <p:cNvSpPr/>
            <p:nvPr/>
          </p:nvSpPr>
          <p:spPr>
            <a:xfrm>
              <a:off x="9725613" y="-50037"/>
              <a:ext cx="342397" cy="278819"/>
            </a:xfrm>
            <a:custGeom>
              <a:rect b="b" l="l" r="r" t="t"/>
              <a:pathLst>
                <a:path extrusionOk="0" h="278819" w="342397">
                  <a:moveTo>
                    <a:pt x="337131" y="0"/>
                  </a:moveTo>
                  <a:lnTo>
                    <a:pt x="335099" y="0"/>
                  </a:lnTo>
                  <a:lnTo>
                    <a:pt x="333957" y="635"/>
                  </a:lnTo>
                  <a:lnTo>
                    <a:pt x="333322" y="635"/>
                  </a:lnTo>
                  <a:lnTo>
                    <a:pt x="326466" y="6348"/>
                  </a:lnTo>
                  <a:lnTo>
                    <a:pt x="3966" y="268281"/>
                  </a:lnTo>
                  <a:lnTo>
                    <a:pt x="1554" y="270186"/>
                  </a:lnTo>
                  <a:cubicBezTo>
                    <a:pt x="-376" y="271925"/>
                    <a:pt x="-529" y="274896"/>
                    <a:pt x="1211" y="276826"/>
                  </a:cubicBezTo>
                  <a:cubicBezTo>
                    <a:pt x="1313" y="276940"/>
                    <a:pt x="1427" y="277055"/>
                    <a:pt x="1554" y="277169"/>
                  </a:cubicBezTo>
                  <a:cubicBezTo>
                    <a:pt x="2645" y="278223"/>
                    <a:pt x="4093" y="278820"/>
                    <a:pt x="5617" y="278820"/>
                  </a:cubicBezTo>
                  <a:cubicBezTo>
                    <a:pt x="6823" y="278769"/>
                    <a:pt x="7979" y="278324"/>
                    <a:pt x="8918" y="277550"/>
                  </a:cubicBezTo>
                  <a:lnTo>
                    <a:pt x="8918" y="277550"/>
                  </a:lnTo>
                  <a:lnTo>
                    <a:pt x="10696" y="276026"/>
                  </a:lnTo>
                  <a:lnTo>
                    <a:pt x="331671" y="15363"/>
                  </a:lnTo>
                  <a:lnTo>
                    <a:pt x="340686" y="7999"/>
                  </a:lnTo>
                  <a:cubicBezTo>
                    <a:pt x="341981" y="6970"/>
                    <a:pt x="342603" y="5320"/>
                    <a:pt x="342337" y="3682"/>
                  </a:cubicBezTo>
                  <a:lnTo>
                    <a:pt x="342337" y="3682"/>
                  </a:lnTo>
                  <a:cubicBezTo>
                    <a:pt x="342324" y="3390"/>
                    <a:pt x="342324" y="3085"/>
                    <a:pt x="342337" y="2793"/>
                  </a:cubicBezTo>
                  <a:cubicBezTo>
                    <a:pt x="342311" y="2501"/>
                    <a:pt x="342311" y="2196"/>
                    <a:pt x="342337" y="1904"/>
                  </a:cubicBezTo>
                  <a:lnTo>
                    <a:pt x="342337" y="1904"/>
                  </a:lnTo>
                  <a:lnTo>
                    <a:pt x="342337" y="1904"/>
                  </a:lnTo>
                  <a:lnTo>
                    <a:pt x="341194" y="1143"/>
                  </a:lnTo>
                  <a:lnTo>
                    <a:pt x="341194" y="1143"/>
                  </a:lnTo>
                  <a:lnTo>
                    <a:pt x="340178" y="11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6" name="Google Shape;166;p37"/>
            <p:cNvSpPr/>
            <p:nvPr/>
          </p:nvSpPr>
          <p:spPr>
            <a:xfrm>
              <a:off x="10803222" y="89626"/>
              <a:ext cx="1276793" cy="415944"/>
            </a:xfrm>
            <a:custGeom>
              <a:rect b="b" l="l" r="r" t="t"/>
              <a:pathLst>
                <a:path extrusionOk="0" h="415944" w="1276793">
                  <a:moveTo>
                    <a:pt x="7364" y="0"/>
                  </a:moveTo>
                  <a:lnTo>
                    <a:pt x="1273238" y="404136"/>
                  </a:lnTo>
                  <a:lnTo>
                    <a:pt x="1273238" y="411119"/>
                  </a:lnTo>
                  <a:cubicBezTo>
                    <a:pt x="1273238" y="412135"/>
                    <a:pt x="1273238" y="411246"/>
                    <a:pt x="1273238" y="412135"/>
                  </a:cubicBezTo>
                  <a:cubicBezTo>
                    <a:pt x="1273238" y="413024"/>
                    <a:pt x="1273238" y="413024"/>
                    <a:pt x="1273238" y="413024"/>
                  </a:cubicBezTo>
                  <a:lnTo>
                    <a:pt x="1273873" y="413786"/>
                  </a:lnTo>
                  <a:lnTo>
                    <a:pt x="1273873" y="414547"/>
                  </a:lnTo>
                  <a:lnTo>
                    <a:pt x="1274635" y="414547"/>
                  </a:lnTo>
                  <a:lnTo>
                    <a:pt x="1276793" y="415944"/>
                  </a:lnTo>
                  <a:lnTo>
                    <a:pt x="0" y="8380"/>
                  </a:lnTo>
                  <a:cubicBezTo>
                    <a:pt x="673" y="8519"/>
                    <a:pt x="1359" y="8519"/>
                    <a:pt x="2032" y="8380"/>
                  </a:cubicBezTo>
                  <a:cubicBezTo>
                    <a:pt x="2032" y="8380"/>
                    <a:pt x="2044" y="8380"/>
                    <a:pt x="2044" y="8380"/>
                  </a:cubicBezTo>
                  <a:cubicBezTo>
                    <a:pt x="4850" y="8519"/>
                    <a:pt x="7225" y="6361"/>
                    <a:pt x="7364" y="355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7" name="Google Shape;167;p37"/>
            <p:cNvSpPr/>
            <p:nvPr/>
          </p:nvSpPr>
          <p:spPr>
            <a:xfrm>
              <a:off x="12075222" y="89754"/>
              <a:ext cx="10633" cy="410357"/>
            </a:xfrm>
            <a:custGeom>
              <a:rect b="b" l="l" r="r" t="t"/>
              <a:pathLst>
                <a:path extrusionOk="0" h="410357" w="10633">
                  <a:moveTo>
                    <a:pt x="95" y="0"/>
                  </a:moveTo>
                  <a:lnTo>
                    <a:pt x="95" y="410358"/>
                  </a:lnTo>
                  <a:lnTo>
                    <a:pt x="95" y="410358"/>
                  </a:lnTo>
                  <a:cubicBezTo>
                    <a:pt x="-32" y="409811"/>
                    <a:pt x="-32" y="409253"/>
                    <a:pt x="95" y="408707"/>
                  </a:cubicBezTo>
                  <a:cubicBezTo>
                    <a:pt x="1250" y="406079"/>
                    <a:pt x="4196" y="404707"/>
                    <a:pt x="6952" y="405533"/>
                  </a:cubicBezTo>
                  <a:lnTo>
                    <a:pt x="10633" y="406675"/>
                  </a:lnTo>
                  <a:lnTo>
                    <a:pt x="10633" y="3301"/>
                  </a:lnTo>
                  <a:lnTo>
                    <a:pt x="3523" y="1143"/>
                  </a:lnTo>
                  <a:lnTo>
                    <a:pt x="3523" y="11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8" name="Google Shape;168;p37"/>
            <p:cNvSpPr/>
            <p:nvPr/>
          </p:nvSpPr>
          <p:spPr>
            <a:xfrm>
              <a:off x="12076333" y="88992"/>
              <a:ext cx="634" cy="634"/>
            </a:xfrm>
            <a:custGeom>
              <a:rect b="b" l="l" r="r" t="t"/>
              <a:pathLst>
                <a:path extrusionOk="0" h="634" w="634">
                  <a:moveTo>
                    <a:pt x="635"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69" name="Google Shape;169;p37"/>
            <p:cNvSpPr/>
            <p:nvPr/>
          </p:nvSpPr>
          <p:spPr>
            <a:xfrm>
              <a:off x="12077095" y="-10169"/>
              <a:ext cx="114652" cy="94336"/>
            </a:xfrm>
            <a:custGeom>
              <a:rect b="b" l="l" r="r" t="t"/>
              <a:pathLst>
                <a:path extrusionOk="0" h="94336" w="114652">
                  <a:moveTo>
                    <a:pt x="0" y="92813"/>
                  </a:moveTo>
                  <a:lnTo>
                    <a:pt x="0" y="92813"/>
                  </a:lnTo>
                  <a:cubicBezTo>
                    <a:pt x="1486" y="91480"/>
                    <a:pt x="3568" y="91048"/>
                    <a:pt x="5460" y="91670"/>
                  </a:cubicBezTo>
                  <a:lnTo>
                    <a:pt x="14347" y="94336"/>
                  </a:lnTo>
                  <a:lnTo>
                    <a:pt x="114653" y="12697"/>
                  </a:lnTo>
                  <a:lnTo>
                    <a:pt x="114653" y="0"/>
                  </a:lnTo>
                  <a:lnTo>
                    <a:pt x="2540" y="911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0" name="Google Shape;170;p37"/>
            <p:cNvSpPr/>
            <p:nvPr/>
          </p:nvSpPr>
          <p:spPr>
            <a:xfrm>
              <a:off x="10472343" y="-445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1" name="Google Shape;171;p37"/>
            <p:cNvSpPr/>
            <p:nvPr/>
          </p:nvSpPr>
          <p:spPr>
            <a:xfrm>
              <a:off x="10474619" y="-7757"/>
              <a:ext cx="56" cy="888"/>
            </a:xfrm>
            <a:custGeom>
              <a:rect b="b" l="l" r="r" t="t"/>
              <a:pathLst>
                <a:path extrusionOk="0" h="888" w="56">
                  <a:moveTo>
                    <a:pt x="10" y="762"/>
                  </a:moveTo>
                  <a:cubicBezTo>
                    <a:pt x="73" y="508"/>
                    <a:pt x="73" y="254"/>
                    <a:pt x="10" y="0"/>
                  </a:cubicBezTo>
                  <a:cubicBezTo>
                    <a:pt x="-3" y="292"/>
                    <a:pt x="-3" y="597"/>
                    <a:pt x="1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2" name="Google Shape;172;p37"/>
            <p:cNvSpPr/>
            <p:nvPr/>
          </p:nvSpPr>
          <p:spPr>
            <a:xfrm>
              <a:off x="7815659" y="1046958"/>
              <a:ext cx="38979" cy="36947"/>
            </a:xfrm>
            <a:custGeom>
              <a:rect b="b" l="l" r="r" t="t"/>
              <a:pathLst>
                <a:path extrusionOk="0" h="36947" w="38979">
                  <a:moveTo>
                    <a:pt x="28187" y="2158"/>
                  </a:moveTo>
                  <a:lnTo>
                    <a:pt x="28187" y="0"/>
                  </a:lnTo>
                  <a:lnTo>
                    <a:pt x="0" y="23108"/>
                  </a:lnTo>
                  <a:lnTo>
                    <a:pt x="0" y="34154"/>
                  </a:lnTo>
                  <a:lnTo>
                    <a:pt x="0" y="34154"/>
                  </a:lnTo>
                  <a:cubicBezTo>
                    <a:pt x="64" y="34535"/>
                    <a:pt x="64" y="34916"/>
                    <a:pt x="0" y="35297"/>
                  </a:cubicBezTo>
                  <a:cubicBezTo>
                    <a:pt x="0" y="35297"/>
                    <a:pt x="0" y="35297"/>
                    <a:pt x="0" y="36059"/>
                  </a:cubicBezTo>
                  <a:lnTo>
                    <a:pt x="0" y="36059"/>
                  </a:lnTo>
                  <a:lnTo>
                    <a:pt x="0" y="36947"/>
                  </a:lnTo>
                  <a:lnTo>
                    <a:pt x="0" y="36947"/>
                  </a:lnTo>
                  <a:lnTo>
                    <a:pt x="38979" y="4952"/>
                  </a:lnTo>
                  <a:lnTo>
                    <a:pt x="38979" y="4952"/>
                  </a:lnTo>
                  <a:cubicBezTo>
                    <a:pt x="37900" y="5815"/>
                    <a:pt x="36555" y="6310"/>
                    <a:pt x="35170" y="6348"/>
                  </a:cubicBezTo>
                  <a:cubicBezTo>
                    <a:pt x="32479" y="7351"/>
                    <a:pt x="29482" y="5993"/>
                    <a:pt x="28466" y="3301"/>
                  </a:cubicBezTo>
                  <a:cubicBezTo>
                    <a:pt x="28339" y="2933"/>
                    <a:pt x="28238" y="2552"/>
                    <a:pt x="28187"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3" name="Google Shape;173;p37"/>
            <p:cNvSpPr/>
            <p:nvPr/>
          </p:nvSpPr>
          <p:spPr>
            <a:xfrm>
              <a:off x="7804867" y="876188"/>
              <a:ext cx="10792" cy="204670"/>
            </a:xfrm>
            <a:custGeom>
              <a:rect b="b" l="l" r="r" t="t"/>
              <a:pathLst>
                <a:path extrusionOk="0" h="204670" w="10792">
                  <a:moveTo>
                    <a:pt x="10792" y="193879"/>
                  </a:moveTo>
                  <a:lnTo>
                    <a:pt x="10792" y="0"/>
                  </a:lnTo>
                  <a:lnTo>
                    <a:pt x="9014" y="1524"/>
                  </a:lnTo>
                  <a:lnTo>
                    <a:pt x="9014" y="1524"/>
                  </a:lnTo>
                  <a:lnTo>
                    <a:pt x="0" y="8761"/>
                  </a:lnTo>
                  <a:lnTo>
                    <a:pt x="0" y="202766"/>
                  </a:lnTo>
                  <a:lnTo>
                    <a:pt x="1778" y="201243"/>
                  </a:lnTo>
                  <a:cubicBezTo>
                    <a:pt x="3974" y="199364"/>
                    <a:pt x="7212" y="199364"/>
                    <a:pt x="9396" y="201243"/>
                  </a:cubicBezTo>
                  <a:cubicBezTo>
                    <a:pt x="10297" y="202157"/>
                    <a:pt x="10805" y="203388"/>
                    <a:pt x="10792" y="204671"/>
                  </a:cubicBezTo>
                  <a:lnTo>
                    <a:pt x="10792" y="20467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4" name="Google Shape;174;p37"/>
            <p:cNvSpPr/>
            <p:nvPr/>
          </p:nvSpPr>
          <p:spPr>
            <a:xfrm>
              <a:off x="7263347" y="705544"/>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5" name="Google Shape;175;p37"/>
            <p:cNvSpPr/>
            <p:nvPr/>
          </p:nvSpPr>
          <p:spPr>
            <a:xfrm>
              <a:off x="7266395" y="70478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6" name="Google Shape;176;p37"/>
            <p:cNvSpPr/>
            <p:nvPr/>
          </p:nvSpPr>
          <p:spPr>
            <a:xfrm>
              <a:off x="7264363" y="705544"/>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7" name="Google Shape;177;p37"/>
            <p:cNvSpPr/>
            <p:nvPr/>
          </p:nvSpPr>
          <p:spPr>
            <a:xfrm>
              <a:off x="7268426" y="715194"/>
              <a:ext cx="540631" cy="160740"/>
            </a:xfrm>
            <a:custGeom>
              <a:rect b="b" l="l" r="r" t="t"/>
              <a:pathLst>
                <a:path extrusionOk="0" h="160740" w="540631">
                  <a:moveTo>
                    <a:pt x="538219" y="155154"/>
                  </a:moveTo>
                  <a:lnTo>
                    <a:pt x="538219" y="155154"/>
                  </a:lnTo>
                  <a:lnTo>
                    <a:pt x="540631" y="153249"/>
                  </a:lnTo>
                  <a:lnTo>
                    <a:pt x="135729" y="30853"/>
                  </a:lnTo>
                  <a:lnTo>
                    <a:pt x="254" y="0"/>
                  </a:lnTo>
                  <a:lnTo>
                    <a:pt x="0" y="254"/>
                  </a:lnTo>
                  <a:lnTo>
                    <a:pt x="531362" y="160740"/>
                  </a:lnTo>
                  <a:lnTo>
                    <a:pt x="538219" y="1551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8" name="Google Shape;178;p37"/>
            <p:cNvSpPr/>
            <p:nvPr/>
          </p:nvSpPr>
          <p:spPr>
            <a:xfrm>
              <a:off x="7854004" y="84012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79" name="Google Shape;179;p37"/>
            <p:cNvSpPr/>
            <p:nvPr/>
          </p:nvSpPr>
          <p:spPr>
            <a:xfrm>
              <a:off x="7854512" y="841272"/>
              <a:ext cx="47" cy="761"/>
            </a:xfrm>
            <a:custGeom>
              <a:rect b="b" l="l" r="r" t="t"/>
              <a:pathLst>
                <a:path extrusionOk="0" h="761" w="47">
                  <a:moveTo>
                    <a:pt x="0" y="762"/>
                  </a:moveTo>
                  <a:cubicBezTo>
                    <a:pt x="64" y="508"/>
                    <a:pt x="64" y="254"/>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0" name="Google Shape;180;p37"/>
            <p:cNvSpPr/>
            <p:nvPr/>
          </p:nvSpPr>
          <p:spPr>
            <a:xfrm>
              <a:off x="7851592" y="838733"/>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1" name="Google Shape;181;p37"/>
            <p:cNvSpPr/>
            <p:nvPr/>
          </p:nvSpPr>
          <p:spPr>
            <a:xfrm>
              <a:off x="7263347" y="705496"/>
              <a:ext cx="888" cy="47"/>
            </a:xfrm>
            <a:custGeom>
              <a:rect b="b" l="l" r="r" t="t"/>
              <a:pathLst>
                <a:path extrusionOk="0" h="47" w="888">
                  <a:moveTo>
                    <a:pt x="889" y="48"/>
                  </a:moveTo>
                  <a:lnTo>
                    <a:pt x="889" y="48"/>
                  </a:lnTo>
                  <a:cubicBezTo>
                    <a:pt x="597" y="-16"/>
                    <a:pt x="292" y="-16"/>
                    <a:pt x="0" y="48"/>
                  </a:cubicBezTo>
                  <a:lnTo>
                    <a:pt x="0" y="48"/>
                  </a:lnTo>
                  <a:cubicBezTo>
                    <a:pt x="292" y="-3"/>
                    <a:pt x="597" y="-3"/>
                    <a:pt x="889" y="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2" name="Google Shape;182;p37"/>
            <p:cNvSpPr/>
            <p:nvPr/>
          </p:nvSpPr>
          <p:spPr>
            <a:xfrm>
              <a:off x="7265125" y="705544"/>
              <a:ext cx="1143" cy="12696"/>
            </a:xfrm>
            <a:custGeom>
              <a:rect b="b" l="l" r="r" t="t"/>
              <a:pathLst>
                <a:path extrusionOk="0" h="12696" w="1143">
                  <a:moveTo>
                    <a:pt x="1016" y="0"/>
                  </a:moveTo>
                  <a:lnTo>
                    <a:pt x="0" y="0"/>
                  </a:lnTo>
                  <a:lnTo>
                    <a:pt x="11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3" name="Google Shape;183;p37"/>
            <p:cNvSpPr/>
            <p:nvPr/>
          </p:nvSpPr>
          <p:spPr>
            <a:xfrm>
              <a:off x="7267538" y="705544"/>
              <a:ext cx="583037" cy="139663"/>
            </a:xfrm>
            <a:custGeom>
              <a:rect b="b" l="l" r="r" t="t"/>
              <a:pathLst>
                <a:path extrusionOk="0" h="139663" w="583037">
                  <a:moveTo>
                    <a:pt x="3301" y="7364"/>
                  </a:moveTo>
                  <a:lnTo>
                    <a:pt x="1143" y="9649"/>
                  </a:lnTo>
                  <a:lnTo>
                    <a:pt x="136618" y="40503"/>
                  </a:lnTo>
                  <a:lnTo>
                    <a:pt x="570468" y="139664"/>
                  </a:lnTo>
                  <a:lnTo>
                    <a:pt x="578086" y="133442"/>
                  </a:lnTo>
                  <a:lnTo>
                    <a:pt x="578849" y="133442"/>
                  </a:lnTo>
                  <a:lnTo>
                    <a:pt x="579737" y="133442"/>
                  </a:lnTo>
                  <a:lnTo>
                    <a:pt x="580880" y="133442"/>
                  </a:lnTo>
                  <a:lnTo>
                    <a:pt x="581769" y="133442"/>
                  </a:lnTo>
                  <a:lnTo>
                    <a:pt x="583038" y="133442"/>
                  </a:lnTo>
                  <a:lnTo>
                    <a:pt x="583038" y="133442"/>
                  </a:lnTo>
                  <a:lnTo>
                    <a:pt x="583038" y="133442"/>
                  </a:lnTo>
                  <a:lnTo>
                    <a:pt x="762" y="0"/>
                  </a:lnTo>
                  <a:lnTo>
                    <a:pt x="0" y="0"/>
                  </a:lnTo>
                  <a:cubicBezTo>
                    <a:pt x="1104" y="51"/>
                    <a:pt x="2171" y="457"/>
                    <a:pt x="3047" y="1143"/>
                  </a:cubicBezTo>
                  <a:cubicBezTo>
                    <a:pt x="4812" y="2806"/>
                    <a:pt x="4926" y="5574"/>
                    <a:pt x="3301" y="736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4" name="Google Shape;184;p37"/>
            <p:cNvSpPr/>
            <p:nvPr/>
          </p:nvSpPr>
          <p:spPr>
            <a:xfrm>
              <a:off x="7849179" y="837463"/>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5" name="Google Shape;185;p37"/>
            <p:cNvSpPr/>
            <p:nvPr/>
          </p:nvSpPr>
          <p:spPr>
            <a:xfrm>
              <a:off x="7850576" y="837971"/>
              <a:ext cx="888" cy="12696"/>
            </a:xfrm>
            <a:custGeom>
              <a:rect b="b" l="l" r="r" t="t"/>
              <a:pathLst>
                <a:path extrusionOk="0" h="12696" w="888">
                  <a:moveTo>
                    <a:pt x="889"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6" name="Google Shape;186;p37"/>
            <p:cNvSpPr/>
            <p:nvPr/>
          </p:nvSpPr>
          <p:spPr>
            <a:xfrm>
              <a:off x="7843338" y="841653"/>
              <a:ext cx="10030" cy="212417"/>
            </a:xfrm>
            <a:custGeom>
              <a:rect b="b" l="l" r="r" t="t"/>
              <a:pathLst>
                <a:path extrusionOk="0" h="212417" w="10030">
                  <a:moveTo>
                    <a:pt x="9015" y="4444"/>
                  </a:moveTo>
                  <a:lnTo>
                    <a:pt x="0" y="11681"/>
                  </a:lnTo>
                  <a:lnTo>
                    <a:pt x="0" y="207464"/>
                  </a:lnTo>
                  <a:cubicBezTo>
                    <a:pt x="140" y="210296"/>
                    <a:pt x="2502" y="212492"/>
                    <a:pt x="5333" y="212416"/>
                  </a:cubicBezTo>
                  <a:cubicBezTo>
                    <a:pt x="6717" y="212378"/>
                    <a:pt x="8063" y="211883"/>
                    <a:pt x="9142" y="211019"/>
                  </a:cubicBezTo>
                  <a:lnTo>
                    <a:pt x="9777" y="210131"/>
                  </a:lnTo>
                  <a:lnTo>
                    <a:pt x="9777" y="209496"/>
                  </a:lnTo>
                  <a:lnTo>
                    <a:pt x="9777" y="208734"/>
                  </a:lnTo>
                  <a:cubicBezTo>
                    <a:pt x="9840" y="208353"/>
                    <a:pt x="9840" y="207972"/>
                    <a:pt x="9777" y="207591"/>
                  </a:cubicBezTo>
                  <a:lnTo>
                    <a:pt x="9777" y="207591"/>
                  </a:lnTo>
                  <a:lnTo>
                    <a:pt x="9777" y="0"/>
                  </a:lnTo>
                  <a:cubicBezTo>
                    <a:pt x="10298" y="1511"/>
                    <a:pt x="10005" y="3187"/>
                    <a:pt x="9015" y="444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7" name="Google Shape;187;p37"/>
            <p:cNvSpPr/>
            <p:nvPr/>
          </p:nvSpPr>
          <p:spPr>
            <a:xfrm>
              <a:off x="7854258" y="84063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8" name="Google Shape;188;p37"/>
            <p:cNvSpPr/>
            <p:nvPr/>
          </p:nvSpPr>
          <p:spPr>
            <a:xfrm>
              <a:off x="7853115" y="83898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89" name="Google Shape;189;p37"/>
            <p:cNvSpPr/>
            <p:nvPr/>
          </p:nvSpPr>
          <p:spPr>
            <a:xfrm>
              <a:off x="7806645" y="837463"/>
              <a:ext cx="48317" cy="38597"/>
            </a:xfrm>
            <a:custGeom>
              <a:rect b="b" l="l" r="r" t="t"/>
              <a:pathLst>
                <a:path extrusionOk="0" h="38597" w="48317">
                  <a:moveTo>
                    <a:pt x="42661" y="0"/>
                  </a:moveTo>
                  <a:lnTo>
                    <a:pt x="41772" y="0"/>
                  </a:lnTo>
                  <a:lnTo>
                    <a:pt x="40629" y="0"/>
                  </a:lnTo>
                  <a:lnTo>
                    <a:pt x="39741" y="0"/>
                  </a:lnTo>
                  <a:lnTo>
                    <a:pt x="38979" y="0"/>
                  </a:lnTo>
                  <a:lnTo>
                    <a:pt x="31361" y="6221"/>
                  </a:lnTo>
                  <a:lnTo>
                    <a:pt x="2285" y="29710"/>
                  </a:lnTo>
                  <a:lnTo>
                    <a:pt x="0" y="31615"/>
                  </a:lnTo>
                  <a:lnTo>
                    <a:pt x="0" y="31615"/>
                  </a:lnTo>
                  <a:cubicBezTo>
                    <a:pt x="2196" y="29736"/>
                    <a:pt x="5434" y="29736"/>
                    <a:pt x="7618" y="31615"/>
                  </a:cubicBezTo>
                  <a:cubicBezTo>
                    <a:pt x="9547" y="33354"/>
                    <a:pt x="9700" y="36325"/>
                    <a:pt x="7960" y="38255"/>
                  </a:cubicBezTo>
                  <a:cubicBezTo>
                    <a:pt x="7859" y="38369"/>
                    <a:pt x="7745" y="38484"/>
                    <a:pt x="7618" y="38598"/>
                  </a:cubicBezTo>
                  <a:lnTo>
                    <a:pt x="7618" y="38598"/>
                  </a:lnTo>
                  <a:lnTo>
                    <a:pt x="9396" y="37074"/>
                  </a:lnTo>
                  <a:lnTo>
                    <a:pt x="37582" y="14220"/>
                  </a:lnTo>
                  <a:lnTo>
                    <a:pt x="46597" y="6983"/>
                  </a:lnTo>
                  <a:cubicBezTo>
                    <a:pt x="47904" y="5904"/>
                    <a:pt x="48540" y="4215"/>
                    <a:pt x="48248" y="2539"/>
                  </a:cubicBezTo>
                  <a:lnTo>
                    <a:pt x="48248" y="2539"/>
                  </a:lnTo>
                  <a:cubicBezTo>
                    <a:pt x="48248" y="2539"/>
                    <a:pt x="48248" y="2539"/>
                    <a:pt x="48248" y="1904"/>
                  </a:cubicBezTo>
                  <a:cubicBezTo>
                    <a:pt x="48311" y="1612"/>
                    <a:pt x="48311" y="1308"/>
                    <a:pt x="48248" y="1016"/>
                  </a:cubicBezTo>
                  <a:lnTo>
                    <a:pt x="48248" y="1016"/>
                  </a:lnTo>
                  <a:lnTo>
                    <a:pt x="48248" y="1016"/>
                  </a:lnTo>
                  <a:lnTo>
                    <a:pt x="48248" y="1016"/>
                  </a:lnTo>
                  <a:lnTo>
                    <a:pt x="47232" y="1016"/>
                  </a:lnTo>
                  <a:lnTo>
                    <a:pt x="47232" y="1016"/>
                  </a:lnTo>
                  <a:lnTo>
                    <a:pt x="47232" y="1016"/>
                  </a:lnTo>
                  <a:lnTo>
                    <a:pt x="46343"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0" name="Google Shape;190;p37"/>
            <p:cNvSpPr/>
            <p:nvPr/>
          </p:nvSpPr>
          <p:spPr>
            <a:xfrm>
              <a:off x="9147430" y="1283498"/>
              <a:ext cx="1254319" cy="376203"/>
            </a:xfrm>
            <a:custGeom>
              <a:rect b="b" l="l" r="r" t="t"/>
              <a:pathLst>
                <a:path extrusionOk="0" h="376203" w="1254319">
                  <a:moveTo>
                    <a:pt x="1254319" y="368585"/>
                  </a:moveTo>
                  <a:lnTo>
                    <a:pt x="94083" y="18791"/>
                  </a:lnTo>
                  <a:lnTo>
                    <a:pt x="0" y="0"/>
                  </a:lnTo>
                  <a:lnTo>
                    <a:pt x="0" y="0"/>
                  </a:lnTo>
                  <a:lnTo>
                    <a:pt x="1245812" y="376203"/>
                  </a:lnTo>
                  <a:lnTo>
                    <a:pt x="1252796" y="37061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1" name="Google Shape;191;p37"/>
            <p:cNvSpPr/>
            <p:nvPr/>
          </p:nvSpPr>
          <p:spPr>
            <a:xfrm>
              <a:off x="10398829" y="1549367"/>
              <a:ext cx="141315" cy="107287"/>
            </a:xfrm>
            <a:custGeom>
              <a:rect b="b" l="l" r="r" t="t"/>
              <a:pathLst>
                <a:path extrusionOk="0" h="107287" w="141315">
                  <a:moveTo>
                    <a:pt x="139665" y="2032"/>
                  </a:moveTo>
                  <a:lnTo>
                    <a:pt x="129254" y="0"/>
                  </a:lnTo>
                  <a:lnTo>
                    <a:pt x="2285" y="102716"/>
                  </a:lnTo>
                  <a:lnTo>
                    <a:pt x="0" y="104621"/>
                  </a:lnTo>
                  <a:lnTo>
                    <a:pt x="0" y="104621"/>
                  </a:lnTo>
                  <a:lnTo>
                    <a:pt x="1016" y="104621"/>
                  </a:lnTo>
                  <a:lnTo>
                    <a:pt x="1905" y="104621"/>
                  </a:lnTo>
                  <a:lnTo>
                    <a:pt x="5587" y="104621"/>
                  </a:lnTo>
                  <a:lnTo>
                    <a:pt x="14347" y="107287"/>
                  </a:lnTo>
                  <a:lnTo>
                    <a:pt x="141316" y="3555"/>
                  </a:lnTo>
                  <a:lnTo>
                    <a:pt x="138776" y="355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2" name="Google Shape;192;p37"/>
            <p:cNvSpPr/>
            <p:nvPr/>
          </p:nvSpPr>
          <p:spPr>
            <a:xfrm>
              <a:off x="6533534" y="1657543"/>
              <a:ext cx="12696" cy="12696"/>
            </a:xfrm>
            <a:custGeom>
              <a:rect b="b" l="l" r="r" t="t"/>
              <a:pathLst>
                <a:path extrusionOk="0" h="12696" w="12696">
                  <a:moveTo>
                    <a:pt x="0" y="0"/>
                  </a:moveTo>
                  <a:lnTo>
                    <a:pt x="0" y="0"/>
                  </a:ln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3" name="Google Shape;193;p37"/>
            <p:cNvSpPr/>
            <p:nvPr/>
          </p:nvSpPr>
          <p:spPr>
            <a:xfrm>
              <a:off x="6538232" y="1559397"/>
              <a:ext cx="55866" cy="95352"/>
            </a:xfrm>
            <a:custGeom>
              <a:rect b="b" l="l" r="r" t="t"/>
              <a:pathLst>
                <a:path extrusionOk="0" h="95352" w="55866">
                  <a:moveTo>
                    <a:pt x="51295" y="6221"/>
                  </a:moveTo>
                  <a:cubicBezTo>
                    <a:pt x="48426" y="6361"/>
                    <a:pt x="45975" y="4152"/>
                    <a:pt x="45835" y="1283"/>
                  </a:cubicBezTo>
                  <a:cubicBezTo>
                    <a:pt x="45835" y="1283"/>
                    <a:pt x="45835" y="1270"/>
                    <a:pt x="45835" y="1270"/>
                  </a:cubicBezTo>
                  <a:lnTo>
                    <a:pt x="45835" y="0"/>
                  </a:lnTo>
                  <a:lnTo>
                    <a:pt x="762" y="74149"/>
                  </a:lnTo>
                  <a:lnTo>
                    <a:pt x="762" y="93194"/>
                  </a:lnTo>
                  <a:cubicBezTo>
                    <a:pt x="762" y="93194"/>
                    <a:pt x="762" y="93194"/>
                    <a:pt x="762" y="93194"/>
                  </a:cubicBezTo>
                  <a:lnTo>
                    <a:pt x="762" y="93829"/>
                  </a:lnTo>
                  <a:cubicBezTo>
                    <a:pt x="660" y="94400"/>
                    <a:pt x="394" y="94933"/>
                    <a:pt x="0" y="95352"/>
                  </a:cubicBezTo>
                  <a:lnTo>
                    <a:pt x="0" y="95352"/>
                  </a:lnTo>
                  <a:lnTo>
                    <a:pt x="55866" y="3428"/>
                  </a:lnTo>
                  <a:cubicBezTo>
                    <a:pt x="55866" y="3428"/>
                    <a:pt x="55866" y="3428"/>
                    <a:pt x="55866" y="3428"/>
                  </a:cubicBezTo>
                  <a:cubicBezTo>
                    <a:pt x="54914" y="5079"/>
                    <a:pt x="53200" y="6133"/>
                    <a:pt x="51295" y="622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4" name="Google Shape;194;p37"/>
            <p:cNvSpPr/>
            <p:nvPr/>
          </p:nvSpPr>
          <p:spPr>
            <a:xfrm>
              <a:off x="6533534" y="1657543"/>
              <a:ext cx="12696" cy="12696"/>
            </a:xfrm>
            <a:custGeom>
              <a:rect b="b" l="l" r="r" t="t"/>
              <a:pathLst>
                <a:path extrusionOk="0" h="12696" w="12696">
                  <a:moveTo>
                    <a:pt x="0" y="0"/>
                  </a:moveTo>
                  <a:lnTo>
                    <a:pt x="0" y="0"/>
                  </a:ln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5" name="Google Shape;195;p37"/>
            <p:cNvSpPr/>
            <p:nvPr/>
          </p:nvSpPr>
          <p:spPr>
            <a:xfrm>
              <a:off x="5723731" y="1513308"/>
              <a:ext cx="809803" cy="144494"/>
            </a:xfrm>
            <a:custGeom>
              <a:rect b="b" l="l" r="r" t="t"/>
              <a:pathLst>
                <a:path extrusionOk="0" h="144494" w="809803">
                  <a:moveTo>
                    <a:pt x="804471" y="139283"/>
                  </a:moveTo>
                  <a:lnTo>
                    <a:pt x="804471" y="133442"/>
                  </a:lnTo>
                  <a:lnTo>
                    <a:pt x="6856" y="0"/>
                  </a:lnTo>
                  <a:lnTo>
                    <a:pt x="6856" y="4063"/>
                  </a:lnTo>
                  <a:cubicBezTo>
                    <a:pt x="6793" y="6869"/>
                    <a:pt x="4456" y="9091"/>
                    <a:pt x="1663" y="9015"/>
                  </a:cubicBezTo>
                  <a:cubicBezTo>
                    <a:pt x="1612" y="9015"/>
                    <a:pt x="1574" y="9015"/>
                    <a:pt x="1524" y="9015"/>
                  </a:cubicBezTo>
                  <a:lnTo>
                    <a:pt x="0" y="9015"/>
                  </a:lnTo>
                  <a:lnTo>
                    <a:pt x="0" y="9015"/>
                  </a:lnTo>
                  <a:lnTo>
                    <a:pt x="808915" y="144489"/>
                  </a:lnTo>
                  <a:lnTo>
                    <a:pt x="809804" y="144489"/>
                  </a:lnTo>
                  <a:cubicBezTo>
                    <a:pt x="806997" y="144628"/>
                    <a:pt x="804611" y="142470"/>
                    <a:pt x="804471" y="139677"/>
                  </a:cubicBezTo>
                  <a:cubicBezTo>
                    <a:pt x="804471" y="139537"/>
                    <a:pt x="804471" y="139410"/>
                    <a:pt x="804471" y="13928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6" name="Google Shape;196;p37"/>
            <p:cNvSpPr/>
            <p:nvPr/>
          </p:nvSpPr>
          <p:spPr>
            <a:xfrm>
              <a:off x="6538867" y="1653480"/>
              <a:ext cx="12696" cy="634"/>
            </a:xfrm>
            <a:custGeom>
              <a:rect b="b" l="l" r="r" t="t"/>
              <a:pathLst>
                <a:path extrusionOk="0" h="634" w="12696">
                  <a:moveTo>
                    <a:pt x="0" y="0"/>
                  </a:moveTo>
                  <a:lnTo>
                    <a:pt x="0" y="0"/>
                  </a:lnTo>
                  <a:cubicBezTo>
                    <a:pt x="0" y="0"/>
                    <a:pt x="0" y="0"/>
                    <a:pt x="0"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7" name="Google Shape;197;p37"/>
            <p:cNvSpPr/>
            <p:nvPr/>
          </p:nvSpPr>
          <p:spPr>
            <a:xfrm>
              <a:off x="5720372" y="1411608"/>
              <a:ext cx="56" cy="888"/>
            </a:xfrm>
            <a:custGeom>
              <a:rect b="b" l="l" r="r" t="t"/>
              <a:pathLst>
                <a:path extrusionOk="0" h="888" w="56">
                  <a:moveTo>
                    <a:pt x="57" y="0"/>
                  </a:moveTo>
                  <a:cubicBezTo>
                    <a:pt x="-19" y="292"/>
                    <a:pt x="-19" y="597"/>
                    <a:pt x="57" y="889"/>
                  </a:cubicBezTo>
                  <a:lnTo>
                    <a:pt x="57" y="88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8" name="Google Shape;198;p37"/>
            <p:cNvSpPr/>
            <p:nvPr/>
          </p:nvSpPr>
          <p:spPr>
            <a:xfrm>
              <a:off x="5720645" y="1414274"/>
              <a:ext cx="9941" cy="107336"/>
            </a:xfrm>
            <a:custGeom>
              <a:rect b="b" l="l" r="r" t="t"/>
              <a:pathLst>
                <a:path extrusionOk="0" h="107336" w="9941">
                  <a:moveTo>
                    <a:pt x="9942" y="103097"/>
                  </a:moveTo>
                  <a:lnTo>
                    <a:pt x="9942" y="5459"/>
                  </a:lnTo>
                  <a:lnTo>
                    <a:pt x="3594" y="4444"/>
                  </a:lnTo>
                  <a:lnTo>
                    <a:pt x="1816" y="3809"/>
                  </a:lnTo>
                  <a:lnTo>
                    <a:pt x="1816" y="3809"/>
                  </a:lnTo>
                  <a:cubicBezTo>
                    <a:pt x="1397" y="3619"/>
                    <a:pt x="1041" y="3301"/>
                    <a:pt x="800" y="2920"/>
                  </a:cubicBezTo>
                  <a:lnTo>
                    <a:pt x="800" y="2920"/>
                  </a:lnTo>
                  <a:lnTo>
                    <a:pt x="800" y="2920"/>
                  </a:lnTo>
                  <a:cubicBezTo>
                    <a:pt x="445" y="2463"/>
                    <a:pt x="191" y="1955"/>
                    <a:pt x="38" y="1396"/>
                  </a:cubicBezTo>
                  <a:lnTo>
                    <a:pt x="38" y="0"/>
                  </a:lnTo>
                  <a:cubicBezTo>
                    <a:pt x="38" y="0"/>
                    <a:pt x="38" y="0"/>
                    <a:pt x="38" y="0"/>
                  </a:cubicBezTo>
                  <a:lnTo>
                    <a:pt x="38" y="103478"/>
                  </a:lnTo>
                  <a:cubicBezTo>
                    <a:pt x="38" y="103478"/>
                    <a:pt x="38" y="103478"/>
                    <a:pt x="38" y="104113"/>
                  </a:cubicBezTo>
                  <a:cubicBezTo>
                    <a:pt x="-13" y="104405"/>
                    <a:pt x="-13" y="104709"/>
                    <a:pt x="38" y="105002"/>
                  </a:cubicBezTo>
                  <a:lnTo>
                    <a:pt x="38" y="105890"/>
                  </a:lnTo>
                  <a:lnTo>
                    <a:pt x="38" y="106652"/>
                  </a:lnTo>
                  <a:lnTo>
                    <a:pt x="800" y="107287"/>
                  </a:lnTo>
                  <a:lnTo>
                    <a:pt x="1689" y="107287"/>
                  </a:lnTo>
                  <a:lnTo>
                    <a:pt x="2705" y="107287"/>
                  </a:lnTo>
                  <a:lnTo>
                    <a:pt x="4228" y="107287"/>
                  </a:lnTo>
                  <a:cubicBezTo>
                    <a:pt x="6958" y="107668"/>
                    <a:pt x="9485" y="105814"/>
                    <a:pt x="9942" y="10309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199" name="Google Shape;199;p37"/>
            <p:cNvSpPr/>
            <p:nvPr/>
          </p:nvSpPr>
          <p:spPr>
            <a:xfrm>
              <a:off x="5719826" y="1413005"/>
              <a:ext cx="95" cy="1650"/>
            </a:xfrm>
            <a:custGeom>
              <a:rect b="b" l="l" r="r" t="t"/>
              <a:pathLst>
                <a:path extrusionOk="0" h="1650" w="95">
                  <a:moveTo>
                    <a:pt x="95" y="0"/>
                  </a:moveTo>
                  <a:lnTo>
                    <a:pt x="95" y="1651"/>
                  </a:lnTo>
                  <a:cubicBezTo>
                    <a:pt x="-32" y="1105"/>
                    <a:pt x="-32" y="546"/>
                    <a:pt x="95"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0" name="Google Shape;200;p37"/>
            <p:cNvSpPr/>
            <p:nvPr/>
          </p:nvSpPr>
          <p:spPr>
            <a:xfrm>
              <a:off x="5722334" y="1417956"/>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1" name="Google Shape;201;p37"/>
            <p:cNvSpPr/>
            <p:nvPr/>
          </p:nvSpPr>
          <p:spPr>
            <a:xfrm>
              <a:off x="5720683" y="1303051"/>
              <a:ext cx="82275" cy="108175"/>
            </a:xfrm>
            <a:custGeom>
              <a:rect b="b" l="l" r="r" t="t"/>
              <a:pathLst>
                <a:path extrusionOk="0" h="108175" w="82275">
                  <a:moveTo>
                    <a:pt x="5460" y="106018"/>
                  </a:moveTo>
                  <a:lnTo>
                    <a:pt x="13332" y="107287"/>
                  </a:lnTo>
                  <a:lnTo>
                    <a:pt x="82276" y="8253"/>
                  </a:lnTo>
                  <a:lnTo>
                    <a:pt x="78593" y="7491"/>
                  </a:lnTo>
                  <a:cubicBezTo>
                    <a:pt x="75889" y="7123"/>
                    <a:pt x="73985" y="4622"/>
                    <a:pt x="74366" y="1917"/>
                  </a:cubicBezTo>
                  <a:cubicBezTo>
                    <a:pt x="74378" y="1828"/>
                    <a:pt x="74391" y="1739"/>
                    <a:pt x="74404" y="1651"/>
                  </a:cubicBezTo>
                  <a:cubicBezTo>
                    <a:pt x="74531" y="1054"/>
                    <a:pt x="74784" y="482"/>
                    <a:pt x="75165" y="0"/>
                  </a:cubicBezTo>
                  <a:lnTo>
                    <a:pt x="75165" y="0"/>
                  </a:lnTo>
                  <a:lnTo>
                    <a:pt x="0" y="108176"/>
                  </a:lnTo>
                  <a:lnTo>
                    <a:pt x="0" y="108176"/>
                  </a:lnTo>
                  <a:lnTo>
                    <a:pt x="0" y="108176"/>
                  </a:lnTo>
                  <a:cubicBezTo>
                    <a:pt x="1219" y="106424"/>
                    <a:pt x="3378" y="105586"/>
                    <a:pt x="5460" y="10601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2" name="Google Shape;202;p37"/>
            <p:cNvSpPr/>
            <p:nvPr/>
          </p:nvSpPr>
          <p:spPr>
            <a:xfrm>
              <a:off x="6592955" y="145338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3" name="Google Shape;203;p37"/>
            <p:cNvSpPr/>
            <p:nvPr/>
          </p:nvSpPr>
          <p:spPr>
            <a:xfrm>
              <a:off x="6595368" y="1456681"/>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4" name="Google Shape;204;p37"/>
            <p:cNvSpPr/>
            <p:nvPr/>
          </p:nvSpPr>
          <p:spPr>
            <a:xfrm>
              <a:off x="6594225" y="145465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5" name="Google Shape;205;p37"/>
            <p:cNvSpPr/>
            <p:nvPr/>
          </p:nvSpPr>
          <p:spPr>
            <a:xfrm>
              <a:off x="5794960" y="1302543"/>
              <a:ext cx="795328" cy="158074"/>
            </a:xfrm>
            <a:custGeom>
              <a:rect b="b" l="l" r="r" t="t"/>
              <a:pathLst>
                <a:path extrusionOk="0" h="158074" w="795328">
                  <a:moveTo>
                    <a:pt x="4317" y="7999"/>
                  </a:moveTo>
                  <a:lnTo>
                    <a:pt x="7999" y="8761"/>
                  </a:lnTo>
                  <a:lnTo>
                    <a:pt x="786315" y="158074"/>
                  </a:lnTo>
                  <a:lnTo>
                    <a:pt x="789742" y="152234"/>
                  </a:lnTo>
                  <a:lnTo>
                    <a:pt x="789742" y="152234"/>
                  </a:lnTo>
                  <a:lnTo>
                    <a:pt x="790504" y="151472"/>
                  </a:lnTo>
                  <a:lnTo>
                    <a:pt x="791393" y="151472"/>
                  </a:lnTo>
                  <a:lnTo>
                    <a:pt x="792155" y="151472"/>
                  </a:lnTo>
                  <a:lnTo>
                    <a:pt x="793298" y="151472"/>
                  </a:lnTo>
                  <a:lnTo>
                    <a:pt x="794314" y="151472"/>
                  </a:lnTo>
                  <a:lnTo>
                    <a:pt x="795329" y="151472"/>
                  </a:lnTo>
                  <a:lnTo>
                    <a:pt x="795329" y="151472"/>
                  </a:lnTo>
                  <a:lnTo>
                    <a:pt x="6222" y="0"/>
                  </a:lnTo>
                  <a:lnTo>
                    <a:pt x="4190" y="0"/>
                  </a:lnTo>
                  <a:cubicBezTo>
                    <a:pt x="3504" y="102"/>
                    <a:pt x="2844" y="356"/>
                    <a:pt x="2286" y="762"/>
                  </a:cubicBezTo>
                  <a:lnTo>
                    <a:pt x="2286" y="762"/>
                  </a:lnTo>
                  <a:lnTo>
                    <a:pt x="1397" y="1524"/>
                  </a:lnTo>
                  <a:lnTo>
                    <a:pt x="762" y="2159"/>
                  </a:lnTo>
                  <a:cubicBezTo>
                    <a:pt x="381" y="2641"/>
                    <a:pt x="127" y="3213"/>
                    <a:pt x="0" y="3809"/>
                  </a:cubicBezTo>
                  <a:cubicBezTo>
                    <a:pt x="330" y="6018"/>
                    <a:pt x="2095" y="7732"/>
                    <a:pt x="4317" y="799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6" name="Google Shape;206;p37"/>
            <p:cNvSpPr/>
            <p:nvPr/>
          </p:nvSpPr>
          <p:spPr>
            <a:xfrm>
              <a:off x="6591050" y="1452745"/>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7" name="Google Shape;207;p37"/>
            <p:cNvSpPr/>
            <p:nvPr/>
          </p:nvSpPr>
          <p:spPr>
            <a:xfrm>
              <a:off x="6593463" y="1453888"/>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8" name="Google Shape;208;p37"/>
            <p:cNvSpPr/>
            <p:nvPr/>
          </p:nvSpPr>
          <p:spPr>
            <a:xfrm>
              <a:off x="6585210" y="1456554"/>
              <a:ext cx="10433" cy="109070"/>
            </a:xfrm>
            <a:custGeom>
              <a:rect b="b" l="l" r="r" t="t"/>
              <a:pathLst>
                <a:path extrusionOk="0" h="109070" w="10433">
                  <a:moveTo>
                    <a:pt x="10157" y="0"/>
                  </a:moveTo>
                  <a:cubicBezTo>
                    <a:pt x="10525" y="940"/>
                    <a:pt x="10525" y="1981"/>
                    <a:pt x="10157" y="2920"/>
                  </a:cubicBezTo>
                  <a:lnTo>
                    <a:pt x="0" y="19680"/>
                  </a:lnTo>
                  <a:lnTo>
                    <a:pt x="0" y="104113"/>
                  </a:lnTo>
                  <a:cubicBezTo>
                    <a:pt x="139" y="106982"/>
                    <a:pt x="2577" y="109205"/>
                    <a:pt x="5447" y="109065"/>
                  </a:cubicBezTo>
                  <a:cubicBezTo>
                    <a:pt x="5447" y="109065"/>
                    <a:pt x="5460" y="109065"/>
                    <a:pt x="5460" y="109065"/>
                  </a:cubicBezTo>
                  <a:cubicBezTo>
                    <a:pt x="7453" y="109065"/>
                    <a:pt x="9294" y="107998"/>
                    <a:pt x="10284" y="106271"/>
                  </a:cubicBezTo>
                  <a:cubicBezTo>
                    <a:pt x="10284" y="106271"/>
                    <a:pt x="10284" y="106271"/>
                    <a:pt x="10284" y="105383"/>
                  </a:cubicBezTo>
                  <a:cubicBezTo>
                    <a:pt x="10335" y="105053"/>
                    <a:pt x="10335" y="104697"/>
                    <a:pt x="10284" y="104367"/>
                  </a:cubicBezTo>
                  <a:lnTo>
                    <a:pt x="10284" y="635"/>
                  </a:lnTo>
                  <a:cubicBezTo>
                    <a:pt x="10284" y="635"/>
                    <a:pt x="10284" y="635"/>
                    <a:pt x="10284"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09" name="Google Shape;209;p37"/>
            <p:cNvSpPr/>
            <p:nvPr/>
          </p:nvSpPr>
          <p:spPr>
            <a:xfrm>
              <a:off x="6594479" y="1454903"/>
              <a:ext cx="47" cy="635"/>
            </a:xfrm>
            <a:custGeom>
              <a:rect b="b" l="l" r="r" t="t"/>
              <a:pathLst>
                <a:path extrusionOk="0" h="635" w="47">
                  <a:moveTo>
                    <a:pt x="0" y="635"/>
                  </a:moveTo>
                  <a:cubicBezTo>
                    <a:pt x="64" y="432"/>
                    <a:pt x="64" y="203"/>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0" name="Google Shape;210;p37"/>
            <p:cNvSpPr/>
            <p:nvPr/>
          </p:nvSpPr>
          <p:spPr>
            <a:xfrm>
              <a:off x="6589527" y="145223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1" name="Google Shape;211;p37"/>
            <p:cNvSpPr/>
            <p:nvPr/>
          </p:nvSpPr>
          <p:spPr>
            <a:xfrm>
              <a:off x="6530995" y="1451095"/>
              <a:ext cx="61856" cy="95733"/>
            </a:xfrm>
            <a:custGeom>
              <a:rect b="b" l="l" r="r" t="t"/>
              <a:pathLst>
                <a:path extrusionOk="0" h="95733" w="61856">
                  <a:moveTo>
                    <a:pt x="58786" y="1143"/>
                  </a:moveTo>
                  <a:lnTo>
                    <a:pt x="57770" y="1143"/>
                  </a:lnTo>
                  <a:lnTo>
                    <a:pt x="56628" y="1143"/>
                  </a:lnTo>
                  <a:lnTo>
                    <a:pt x="55866" y="1143"/>
                  </a:lnTo>
                  <a:lnTo>
                    <a:pt x="54977" y="1143"/>
                  </a:lnTo>
                  <a:cubicBezTo>
                    <a:pt x="54698" y="1358"/>
                    <a:pt x="54431" y="1625"/>
                    <a:pt x="54216" y="1904"/>
                  </a:cubicBezTo>
                  <a:lnTo>
                    <a:pt x="54216" y="1904"/>
                  </a:lnTo>
                  <a:lnTo>
                    <a:pt x="50787" y="7745"/>
                  </a:lnTo>
                  <a:lnTo>
                    <a:pt x="0" y="91162"/>
                  </a:lnTo>
                  <a:lnTo>
                    <a:pt x="3809" y="91162"/>
                  </a:lnTo>
                  <a:lnTo>
                    <a:pt x="3809" y="91162"/>
                  </a:lnTo>
                  <a:lnTo>
                    <a:pt x="4698" y="91162"/>
                  </a:lnTo>
                  <a:lnTo>
                    <a:pt x="5587" y="91162"/>
                  </a:lnTo>
                  <a:lnTo>
                    <a:pt x="6348" y="91797"/>
                  </a:lnTo>
                  <a:lnTo>
                    <a:pt x="6348" y="92559"/>
                  </a:lnTo>
                  <a:cubicBezTo>
                    <a:pt x="6348" y="92559"/>
                    <a:pt x="6348" y="93194"/>
                    <a:pt x="6348" y="93448"/>
                  </a:cubicBezTo>
                  <a:cubicBezTo>
                    <a:pt x="6400" y="93778"/>
                    <a:pt x="6400" y="94133"/>
                    <a:pt x="6348" y="94464"/>
                  </a:cubicBezTo>
                  <a:cubicBezTo>
                    <a:pt x="6348" y="94464"/>
                    <a:pt x="6348" y="94464"/>
                    <a:pt x="6348" y="94464"/>
                  </a:cubicBezTo>
                  <a:lnTo>
                    <a:pt x="6348" y="95733"/>
                  </a:lnTo>
                  <a:lnTo>
                    <a:pt x="51422" y="21204"/>
                  </a:lnTo>
                  <a:lnTo>
                    <a:pt x="61580" y="4444"/>
                  </a:lnTo>
                  <a:cubicBezTo>
                    <a:pt x="61948" y="3504"/>
                    <a:pt x="61948" y="2463"/>
                    <a:pt x="61580" y="1524"/>
                  </a:cubicBezTo>
                  <a:lnTo>
                    <a:pt x="61580" y="1524"/>
                  </a:lnTo>
                  <a:cubicBezTo>
                    <a:pt x="61580" y="1524"/>
                    <a:pt x="61580" y="1524"/>
                    <a:pt x="61580" y="1524"/>
                  </a:cubicBezTo>
                  <a:lnTo>
                    <a:pt x="61580" y="635"/>
                  </a:lnTo>
                  <a:lnTo>
                    <a:pt x="61580" y="635"/>
                  </a:lnTo>
                  <a:lnTo>
                    <a:pt x="61580" y="635"/>
                  </a:lnTo>
                  <a:lnTo>
                    <a:pt x="60818" y="0"/>
                  </a:lnTo>
                  <a:lnTo>
                    <a:pt x="60818" y="0"/>
                  </a:lnTo>
                  <a:lnTo>
                    <a:pt x="60818" y="0"/>
                  </a:lnTo>
                  <a:lnTo>
                    <a:pt x="5980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2" name="Google Shape;212;p37"/>
            <p:cNvSpPr/>
            <p:nvPr/>
          </p:nvSpPr>
          <p:spPr>
            <a:xfrm>
              <a:off x="6528202" y="1550002"/>
              <a:ext cx="10712" cy="108558"/>
            </a:xfrm>
            <a:custGeom>
              <a:rect b="b" l="l" r="r" t="t"/>
              <a:pathLst>
                <a:path extrusionOk="0" h="108558" w="10712">
                  <a:moveTo>
                    <a:pt x="10665" y="103097"/>
                  </a:moveTo>
                  <a:cubicBezTo>
                    <a:pt x="10665" y="103097"/>
                    <a:pt x="10665" y="103097"/>
                    <a:pt x="10665" y="103097"/>
                  </a:cubicBezTo>
                  <a:lnTo>
                    <a:pt x="10665" y="0"/>
                  </a:lnTo>
                  <a:cubicBezTo>
                    <a:pt x="10665" y="0"/>
                    <a:pt x="10665" y="0"/>
                    <a:pt x="10665" y="0"/>
                  </a:cubicBezTo>
                  <a:cubicBezTo>
                    <a:pt x="10728" y="470"/>
                    <a:pt x="10728" y="940"/>
                    <a:pt x="10665" y="1396"/>
                  </a:cubicBezTo>
                  <a:cubicBezTo>
                    <a:pt x="10018" y="3784"/>
                    <a:pt x="7808" y="5422"/>
                    <a:pt x="5332" y="5332"/>
                  </a:cubicBezTo>
                  <a:lnTo>
                    <a:pt x="4444" y="5332"/>
                  </a:lnTo>
                  <a:lnTo>
                    <a:pt x="0" y="4571"/>
                  </a:lnTo>
                  <a:lnTo>
                    <a:pt x="0" y="103605"/>
                  </a:lnTo>
                  <a:cubicBezTo>
                    <a:pt x="64" y="106411"/>
                    <a:pt x="2399" y="108633"/>
                    <a:pt x="5193" y="108557"/>
                  </a:cubicBezTo>
                  <a:cubicBezTo>
                    <a:pt x="5243" y="108557"/>
                    <a:pt x="5281" y="108557"/>
                    <a:pt x="5332" y="108557"/>
                  </a:cubicBezTo>
                  <a:lnTo>
                    <a:pt x="5332" y="108557"/>
                  </a:lnTo>
                  <a:cubicBezTo>
                    <a:pt x="6170" y="108544"/>
                    <a:pt x="7009" y="108328"/>
                    <a:pt x="7745" y="107922"/>
                  </a:cubicBezTo>
                  <a:lnTo>
                    <a:pt x="7745" y="107922"/>
                  </a:lnTo>
                  <a:lnTo>
                    <a:pt x="7745" y="107922"/>
                  </a:lnTo>
                  <a:lnTo>
                    <a:pt x="7745" y="107922"/>
                  </a:lnTo>
                  <a:cubicBezTo>
                    <a:pt x="8101" y="107643"/>
                    <a:pt x="8405" y="107300"/>
                    <a:pt x="8634" y="106906"/>
                  </a:cubicBezTo>
                  <a:cubicBezTo>
                    <a:pt x="9040" y="106487"/>
                    <a:pt x="9294" y="105954"/>
                    <a:pt x="9396" y="105382"/>
                  </a:cubicBezTo>
                  <a:cubicBezTo>
                    <a:pt x="9396" y="105382"/>
                    <a:pt x="10665" y="103351"/>
                    <a:pt x="10665" y="10309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3" name="Google Shape;213;p37"/>
            <p:cNvSpPr/>
            <p:nvPr/>
          </p:nvSpPr>
          <p:spPr>
            <a:xfrm>
              <a:off x="5719921" y="1409865"/>
              <a:ext cx="818231" cy="143695"/>
            </a:xfrm>
            <a:custGeom>
              <a:rect b="b" l="l" r="r" t="t"/>
              <a:pathLst>
                <a:path extrusionOk="0" h="143695" w="818231">
                  <a:moveTo>
                    <a:pt x="0" y="5044"/>
                  </a:moveTo>
                  <a:cubicBezTo>
                    <a:pt x="153" y="5603"/>
                    <a:pt x="406" y="6111"/>
                    <a:pt x="762" y="6568"/>
                  </a:cubicBezTo>
                  <a:lnTo>
                    <a:pt x="762" y="6568"/>
                  </a:lnTo>
                  <a:lnTo>
                    <a:pt x="762" y="6568"/>
                  </a:lnTo>
                  <a:cubicBezTo>
                    <a:pt x="1003" y="6949"/>
                    <a:pt x="1359" y="7266"/>
                    <a:pt x="1778" y="7457"/>
                  </a:cubicBezTo>
                  <a:lnTo>
                    <a:pt x="1778" y="7457"/>
                  </a:lnTo>
                  <a:lnTo>
                    <a:pt x="3555" y="8091"/>
                  </a:lnTo>
                  <a:lnTo>
                    <a:pt x="9904" y="9107"/>
                  </a:lnTo>
                  <a:lnTo>
                    <a:pt x="807519" y="142931"/>
                  </a:lnTo>
                  <a:lnTo>
                    <a:pt x="811962" y="143692"/>
                  </a:lnTo>
                  <a:lnTo>
                    <a:pt x="812851" y="143692"/>
                  </a:lnTo>
                  <a:cubicBezTo>
                    <a:pt x="815327" y="143781"/>
                    <a:pt x="817536" y="142143"/>
                    <a:pt x="818183" y="139756"/>
                  </a:cubicBezTo>
                  <a:cubicBezTo>
                    <a:pt x="818247" y="139299"/>
                    <a:pt x="818247" y="138817"/>
                    <a:pt x="818183" y="138360"/>
                  </a:cubicBezTo>
                  <a:cubicBezTo>
                    <a:pt x="818235" y="138029"/>
                    <a:pt x="818235" y="137674"/>
                    <a:pt x="818183" y="137344"/>
                  </a:cubicBezTo>
                  <a:cubicBezTo>
                    <a:pt x="818183" y="137344"/>
                    <a:pt x="818183" y="137344"/>
                    <a:pt x="818183" y="136455"/>
                  </a:cubicBezTo>
                  <a:lnTo>
                    <a:pt x="818183" y="135693"/>
                  </a:lnTo>
                  <a:lnTo>
                    <a:pt x="817422" y="135058"/>
                  </a:lnTo>
                  <a:lnTo>
                    <a:pt x="816533" y="135058"/>
                  </a:lnTo>
                  <a:lnTo>
                    <a:pt x="815644" y="135058"/>
                  </a:lnTo>
                  <a:lnTo>
                    <a:pt x="815644" y="135058"/>
                  </a:lnTo>
                  <a:lnTo>
                    <a:pt x="811835" y="135058"/>
                  </a:lnTo>
                  <a:lnTo>
                    <a:pt x="15109" y="1362"/>
                  </a:lnTo>
                  <a:lnTo>
                    <a:pt x="7237" y="93"/>
                  </a:lnTo>
                  <a:cubicBezTo>
                    <a:pt x="4825" y="-365"/>
                    <a:pt x="2412" y="905"/>
                    <a:pt x="1397" y="3140"/>
                  </a:cubicBezTo>
                  <a:lnTo>
                    <a:pt x="1397" y="3140"/>
                  </a:lnTo>
                  <a:lnTo>
                    <a:pt x="1397" y="3140"/>
                  </a:lnTo>
                  <a:cubicBezTo>
                    <a:pt x="1270" y="3686"/>
                    <a:pt x="1270" y="4244"/>
                    <a:pt x="1397" y="479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4" name="Google Shape;214;p37"/>
            <p:cNvSpPr/>
            <p:nvPr/>
          </p:nvSpPr>
          <p:spPr>
            <a:xfrm>
              <a:off x="4083936" y="983729"/>
              <a:ext cx="175216" cy="148170"/>
            </a:xfrm>
            <a:custGeom>
              <a:rect b="b" l="l" r="r" t="t"/>
              <a:pathLst>
                <a:path extrusionOk="0" h="148170" w="175216">
                  <a:moveTo>
                    <a:pt x="166709" y="2158"/>
                  </a:moveTo>
                  <a:lnTo>
                    <a:pt x="166709" y="0"/>
                  </a:lnTo>
                  <a:lnTo>
                    <a:pt x="1650" y="134204"/>
                  </a:lnTo>
                  <a:lnTo>
                    <a:pt x="1650" y="145250"/>
                  </a:lnTo>
                  <a:cubicBezTo>
                    <a:pt x="1650" y="145250"/>
                    <a:pt x="1650" y="145250"/>
                    <a:pt x="1650" y="145885"/>
                  </a:cubicBezTo>
                  <a:lnTo>
                    <a:pt x="1650" y="145885"/>
                  </a:lnTo>
                  <a:lnTo>
                    <a:pt x="1650" y="145885"/>
                  </a:lnTo>
                  <a:cubicBezTo>
                    <a:pt x="1358" y="146812"/>
                    <a:pt x="787" y="147612"/>
                    <a:pt x="0" y="148171"/>
                  </a:cubicBezTo>
                  <a:lnTo>
                    <a:pt x="0" y="148171"/>
                  </a:lnTo>
                  <a:lnTo>
                    <a:pt x="175216" y="5840"/>
                  </a:lnTo>
                  <a:lnTo>
                    <a:pt x="175216" y="5840"/>
                  </a:lnTo>
                  <a:cubicBezTo>
                    <a:pt x="174175" y="6691"/>
                    <a:pt x="172880" y="7186"/>
                    <a:pt x="171534" y="7237"/>
                  </a:cubicBezTo>
                  <a:cubicBezTo>
                    <a:pt x="168855" y="7047"/>
                    <a:pt x="166773" y="4837"/>
                    <a:pt x="166709"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5" name="Google Shape;215;p37"/>
            <p:cNvSpPr/>
            <p:nvPr/>
          </p:nvSpPr>
          <p:spPr>
            <a:xfrm>
              <a:off x="4085332" y="1130249"/>
              <a:ext cx="12696" cy="761"/>
            </a:xfrm>
            <a:custGeom>
              <a:rect b="b" l="l" r="r" t="t"/>
              <a:pathLst>
                <a:path extrusionOk="0" h="761" w="12696">
                  <a:moveTo>
                    <a:pt x="0" y="0"/>
                  </a:moveTo>
                  <a:lnTo>
                    <a:pt x="0" y="0"/>
                  </a:lnTo>
                  <a:cubicBezTo>
                    <a:pt x="0" y="0"/>
                    <a:pt x="0" y="0"/>
                    <a:pt x="0" y="762"/>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6" name="Google Shape;216;p37"/>
            <p:cNvSpPr/>
            <p:nvPr/>
          </p:nvSpPr>
          <p:spPr>
            <a:xfrm>
              <a:off x="5716" y="100673"/>
              <a:ext cx="4074411" cy="1033011"/>
            </a:xfrm>
            <a:custGeom>
              <a:rect b="b" l="l" r="r" t="t"/>
              <a:pathLst>
                <a:path extrusionOk="0" h="1033011" w="4074411">
                  <a:moveTo>
                    <a:pt x="4068952" y="1028306"/>
                  </a:moveTo>
                  <a:lnTo>
                    <a:pt x="4068952" y="1021831"/>
                  </a:lnTo>
                  <a:lnTo>
                    <a:pt x="0" y="0"/>
                  </a:lnTo>
                  <a:lnTo>
                    <a:pt x="0" y="10157"/>
                  </a:lnTo>
                  <a:lnTo>
                    <a:pt x="4072888" y="1033004"/>
                  </a:lnTo>
                  <a:lnTo>
                    <a:pt x="4074411" y="1033004"/>
                  </a:lnTo>
                  <a:cubicBezTo>
                    <a:pt x="4071631" y="1033156"/>
                    <a:pt x="4069218" y="1031087"/>
                    <a:pt x="4068952" y="102830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7" name="Google Shape;217;p37"/>
            <p:cNvSpPr/>
            <p:nvPr/>
          </p:nvSpPr>
          <p:spPr>
            <a:xfrm>
              <a:off x="4074794" y="1027406"/>
              <a:ext cx="10538" cy="106531"/>
            </a:xfrm>
            <a:custGeom>
              <a:rect b="b" l="l" r="r" t="t"/>
              <a:pathLst>
                <a:path extrusionOk="0" h="106531" w="10538">
                  <a:moveTo>
                    <a:pt x="10538" y="102208"/>
                  </a:moveTo>
                  <a:cubicBezTo>
                    <a:pt x="10538" y="102208"/>
                    <a:pt x="10538" y="102208"/>
                    <a:pt x="10538" y="101574"/>
                  </a:cubicBezTo>
                  <a:lnTo>
                    <a:pt x="10538" y="0"/>
                  </a:lnTo>
                  <a:lnTo>
                    <a:pt x="8761" y="1524"/>
                  </a:lnTo>
                  <a:lnTo>
                    <a:pt x="8761" y="1524"/>
                  </a:lnTo>
                  <a:cubicBezTo>
                    <a:pt x="7808" y="2235"/>
                    <a:pt x="6653" y="2641"/>
                    <a:pt x="5460" y="2666"/>
                  </a:cubicBezTo>
                  <a:lnTo>
                    <a:pt x="3936" y="2666"/>
                  </a:lnTo>
                  <a:lnTo>
                    <a:pt x="0" y="1778"/>
                  </a:lnTo>
                  <a:lnTo>
                    <a:pt x="0" y="101574"/>
                  </a:lnTo>
                  <a:cubicBezTo>
                    <a:pt x="139" y="104443"/>
                    <a:pt x="2577" y="106665"/>
                    <a:pt x="5447" y="106525"/>
                  </a:cubicBezTo>
                  <a:cubicBezTo>
                    <a:pt x="5447" y="106525"/>
                    <a:pt x="5460" y="106525"/>
                    <a:pt x="5460" y="106525"/>
                  </a:cubicBezTo>
                  <a:cubicBezTo>
                    <a:pt x="6488" y="106487"/>
                    <a:pt x="7504" y="106170"/>
                    <a:pt x="8380" y="105636"/>
                  </a:cubicBezTo>
                  <a:lnTo>
                    <a:pt x="8380" y="105636"/>
                  </a:lnTo>
                  <a:lnTo>
                    <a:pt x="8380" y="105636"/>
                  </a:lnTo>
                  <a:cubicBezTo>
                    <a:pt x="9167" y="105078"/>
                    <a:pt x="9738" y="104278"/>
                    <a:pt x="10030" y="103351"/>
                  </a:cubicBezTo>
                  <a:cubicBezTo>
                    <a:pt x="10030" y="103351"/>
                    <a:pt x="10538" y="102462"/>
                    <a:pt x="10538" y="10220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8" name="Google Shape;218;p37"/>
            <p:cNvSpPr/>
            <p:nvPr/>
          </p:nvSpPr>
          <p:spPr>
            <a:xfrm>
              <a:off x="4080127" y="1029183"/>
              <a:ext cx="3301" cy="1142"/>
            </a:xfrm>
            <a:custGeom>
              <a:rect b="b" l="l" r="r" t="t"/>
              <a:pathLst>
                <a:path extrusionOk="0" h="1142" w="3301">
                  <a:moveTo>
                    <a:pt x="3301" y="0"/>
                  </a:moveTo>
                  <a:cubicBezTo>
                    <a:pt x="2336" y="698"/>
                    <a:pt x="1193" y="1092"/>
                    <a:pt x="0" y="1143"/>
                  </a:cubicBezTo>
                  <a:cubicBezTo>
                    <a:pt x="1193" y="1117"/>
                    <a:pt x="2349" y="711"/>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19" name="Google Shape;219;p37"/>
            <p:cNvSpPr/>
            <p:nvPr/>
          </p:nvSpPr>
          <p:spPr>
            <a:xfrm>
              <a:off x="5716" y="-2932"/>
              <a:ext cx="4074411" cy="1033003"/>
            </a:xfrm>
            <a:custGeom>
              <a:rect b="b" l="l" r="r" t="t"/>
              <a:pathLst>
                <a:path extrusionOk="0" h="1033003" w="4074411">
                  <a:moveTo>
                    <a:pt x="4070729" y="1024624"/>
                  </a:moveTo>
                  <a:lnTo>
                    <a:pt x="4073015" y="1022847"/>
                  </a:lnTo>
                  <a:lnTo>
                    <a:pt x="0" y="0"/>
                  </a:lnTo>
                  <a:lnTo>
                    <a:pt x="0" y="10157"/>
                  </a:lnTo>
                  <a:lnTo>
                    <a:pt x="4068952" y="1032115"/>
                  </a:lnTo>
                  <a:lnTo>
                    <a:pt x="4072888" y="1033004"/>
                  </a:lnTo>
                  <a:lnTo>
                    <a:pt x="4074411" y="1033004"/>
                  </a:lnTo>
                  <a:cubicBezTo>
                    <a:pt x="4072888" y="1033004"/>
                    <a:pt x="4071440" y="1032407"/>
                    <a:pt x="4070348" y="1031353"/>
                  </a:cubicBezTo>
                  <a:cubicBezTo>
                    <a:pt x="4068596" y="1029449"/>
                    <a:pt x="4068723" y="1026478"/>
                    <a:pt x="4070627" y="1024713"/>
                  </a:cubicBezTo>
                  <a:cubicBezTo>
                    <a:pt x="4070666" y="1024688"/>
                    <a:pt x="4070691" y="1024649"/>
                    <a:pt x="4070729" y="10246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0" name="Google Shape;220;p37"/>
            <p:cNvSpPr/>
            <p:nvPr/>
          </p:nvSpPr>
          <p:spPr>
            <a:xfrm>
              <a:off x="4260930" y="879489"/>
              <a:ext cx="12696" cy="634"/>
            </a:xfrm>
            <a:custGeom>
              <a:rect b="b" l="l" r="r" t="t"/>
              <a:pathLst>
                <a:path extrusionOk="0" h="634" w="12696">
                  <a:moveTo>
                    <a:pt x="0"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1" name="Google Shape;221;p37"/>
            <p:cNvSpPr/>
            <p:nvPr/>
          </p:nvSpPr>
          <p:spPr>
            <a:xfrm>
              <a:off x="4261437" y="881266"/>
              <a:ext cx="12696" cy="761"/>
            </a:xfrm>
            <a:custGeom>
              <a:rect b="b" l="l" r="r" t="t"/>
              <a:pathLst>
                <a:path extrusionOk="0" h="761" w="12696">
                  <a:moveTo>
                    <a:pt x="0" y="762"/>
                  </a:moveTo>
                  <a:cubicBezTo>
                    <a:pt x="0" y="762"/>
                    <a:pt x="0" y="762"/>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2" name="Google Shape;222;p37"/>
            <p:cNvSpPr/>
            <p:nvPr/>
          </p:nvSpPr>
          <p:spPr>
            <a:xfrm>
              <a:off x="4258390" y="878727"/>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3" name="Google Shape;223;p37"/>
            <p:cNvSpPr/>
            <p:nvPr/>
          </p:nvSpPr>
          <p:spPr>
            <a:xfrm>
              <a:off x="678430" y="-12696"/>
              <a:ext cx="3578310" cy="897391"/>
            </a:xfrm>
            <a:custGeom>
              <a:rect b="b" l="l" r="r" t="t"/>
              <a:pathLst>
                <a:path extrusionOk="0" h="897391" w="3578310">
                  <a:moveTo>
                    <a:pt x="0" y="0"/>
                  </a:moveTo>
                  <a:lnTo>
                    <a:pt x="39959" y="0"/>
                  </a:lnTo>
                  <a:lnTo>
                    <a:pt x="3578310" y="890788"/>
                  </a:lnTo>
                  <a:lnTo>
                    <a:pt x="3577168" y="890788"/>
                  </a:lnTo>
                  <a:lnTo>
                    <a:pt x="3575136" y="890788"/>
                  </a:lnTo>
                  <a:lnTo>
                    <a:pt x="3573993" y="891423"/>
                  </a:lnTo>
                  <a:lnTo>
                    <a:pt x="3566629" y="89739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4" name="Google Shape;224;p37"/>
            <p:cNvSpPr/>
            <p:nvPr/>
          </p:nvSpPr>
          <p:spPr>
            <a:xfrm>
              <a:off x="4258263" y="877838"/>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5" name="Google Shape;225;p37"/>
            <p:cNvSpPr/>
            <p:nvPr/>
          </p:nvSpPr>
          <p:spPr>
            <a:xfrm>
              <a:off x="4256105" y="877457"/>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6" name="Google Shape;226;p37"/>
            <p:cNvSpPr/>
            <p:nvPr/>
          </p:nvSpPr>
          <p:spPr>
            <a:xfrm>
              <a:off x="4261056" y="880632"/>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7" name="Google Shape;227;p37"/>
            <p:cNvSpPr/>
            <p:nvPr/>
          </p:nvSpPr>
          <p:spPr>
            <a:xfrm>
              <a:off x="4259406" y="878981"/>
              <a:ext cx="635" cy="12696"/>
            </a:xfrm>
            <a:custGeom>
              <a:rect b="b" l="l" r="r" t="t"/>
              <a:pathLst>
                <a:path extrusionOk="0" h="12696" w="635">
                  <a:moveTo>
                    <a:pt x="635" y="0"/>
                  </a:moveTo>
                  <a:lnTo>
                    <a:pt x="635"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8" name="Google Shape;228;p37"/>
            <p:cNvSpPr/>
            <p:nvPr/>
          </p:nvSpPr>
          <p:spPr>
            <a:xfrm>
              <a:off x="4250645" y="881647"/>
              <a:ext cx="10726" cy="109197"/>
            </a:xfrm>
            <a:custGeom>
              <a:rect b="b" l="l" r="r" t="t"/>
              <a:pathLst>
                <a:path extrusionOk="0" h="109197" w="10726">
                  <a:moveTo>
                    <a:pt x="10666" y="0"/>
                  </a:moveTo>
                  <a:cubicBezTo>
                    <a:pt x="10932" y="1638"/>
                    <a:pt x="10310" y="3288"/>
                    <a:pt x="9015" y="4317"/>
                  </a:cubicBezTo>
                  <a:lnTo>
                    <a:pt x="0" y="11681"/>
                  </a:lnTo>
                  <a:lnTo>
                    <a:pt x="0" y="104240"/>
                  </a:lnTo>
                  <a:cubicBezTo>
                    <a:pt x="140" y="107109"/>
                    <a:pt x="2577" y="109331"/>
                    <a:pt x="5447" y="109192"/>
                  </a:cubicBezTo>
                  <a:cubicBezTo>
                    <a:pt x="5447" y="109192"/>
                    <a:pt x="5460" y="109192"/>
                    <a:pt x="5460" y="109192"/>
                  </a:cubicBezTo>
                  <a:cubicBezTo>
                    <a:pt x="6806" y="109141"/>
                    <a:pt x="8101" y="108646"/>
                    <a:pt x="9142" y="107795"/>
                  </a:cubicBezTo>
                  <a:lnTo>
                    <a:pt x="9904" y="106906"/>
                  </a:lnTo>
                  <a:lnTo>
                    <a:pt x="9904" y="106906"/>
                  </a:lnTo>
                  <a:cubicBezTo>
                    <a:pt x="9955" y="106614"/>
                    <a:pt x="9955" y="106310"/>
                    <a:pt x="9904" y="106018"/>
                  </a:cubicBezTo>
                  <a:cubicBezTo>
                    <a:pt x="9980" y="105687"/>
                    <a:pt x="9980" y="105332"/>
                    <a:pt x="9904" y="105002"/>
                  </a:cubicBezTo>
                  <a:lnTo>
                    <a:pt x="9904" y="105002"/>
                  </a:lnTo>
                  <a:lnTo>
                    <a:pt x="9904" y="381"/>
                  </a:lnTo>
                  <a:cubicBezTo>
                    <a:pt x="9904" y="381"/>
                    <a:pt x="10666" y="127"/>
                    <a:pt x="1066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29" name="Google Shape;229;p37"/>
            <p:cNvSpPr/>
            <p:nvPr/>
          </p:nvSpPr>
          <p:spPr>
            <a:xfrm>
              <a:off x="4075526" y="877457"/>
              <a:ext cx="186480" cy="152233"/>
            </a:xfrm>
            <a:custGeom>
              <a:rect b="b" l="l" r="r" t="t"/>
              <a:pathLst>
                <a:path extrusionOk="0" h="152233" w="186480">
                  <a:moveTo>
                    <a:pt x="180706" y="0"/>
                  </a:moveTo>
                  <a:lnTo>
                    <a:pt x="178674" y="0"/>
                  </a:lnTo>
                  <a:lnTo>
                    <a:pt x="177532" y="635"/>
                  </a:lnTo>
                  <a:lnTo>
                    <a:pt x="177532" y="635"/>
                  </a:lnTo>
                  <a:lnTo>
                    <a:pt x="170168" y="6602"/>
                  </a:lnTo>
                  <a:lnTo>
                    <a:pt x="3839" y="141822"/>
                  </a:lnTo>
                  <a:lnTo>
                    <a:pt x="1554" y="143600"/>
                  </a:lnTo>
                  <a:cubicBezTo>
                    <a:pt x="-376" y="145339"/>
                    <a:pt x="-529" y="148310"/>
                    <a:pt x="1211" y="150240"/>
                  </a:cubicBezTo>
                  <a:cubicBezTo>
                    <a:pt x="1312" y="150355"/>
                    <a:pt x="1427" y="150469"/>
                    <a:pt x="1554" y="150583"/>
                  </a:cubicBezTo>
                  <a:cubicBezTo>
                    <a:pt x="2646" y="151637"/>
                    <a:pt x="4106" y="152234"/>
                    <a:pt x="5617" y="152234"/>
                  </a:cubicBezTo>
                  <a:cubicBezTo>
                    <a:pt x="6810" y="152183"/>
                    <a:pt x="7953" y="151789"/>
                    <a:pt x="8918" y="151091"/>
                  </a:cubicBezTo>
                  <a:lnTo>
                    <a:pt x="8918" y="151091"/>
                  </a:lnTo>
                  <a:lnTo>
                    <a:pt x="10695" y="149567"/>
                  </a:lnTo>
                  <a:lnTo>
                    <a:pt x="175754" y="15363"/>
                  </a:lnTo>
                  <a:lnTo>
                    <a:pt x="184769" y="7999"/>
                  </a:lnTo>
                  <a:cubicBezTo>
                    <a:pt x="186064" y="6971"/>
                    <a:pt x="186686" y="5320"/>
                    <a:pt x="186419" y="3682"/>
                  </a:cubicBezTo>
                  <a:lnTo>
                    <a:pt x="186419" y="3682"/>
                  </a:lnTo>
                  <a:cubicBezTo>
                    <a:pt x="186419" y="3682"/>
                    <a:pt x="186419" y="3682"/>
                    <a:pt x="186419" y="3047"/>
                  </a:cubicBezTo>
                  <a:cubicBezTo>
                    <a:pt x="186457" y="2705"/>
                    <a:pt x="186457" y="2374"/>
                    <a:pt x="186419" y="2032"/>
                  </a:cubicBezTo>
                  <a:lnTo>
                    <a:pt x="186419" y="2032"/>
                  </a:lnTo>
                  <a:lnTo>
                    <a:pt x="186419" y="2032"/>
                  </a:lnTo>
                  <a:lnTo>
                    <a:pt x="186419" y="2032"/>
                  </a:lnTo>
                  <a:lnTo>
                    <a:pt x="185404" y="2032"/>
                  </a:lnTo>
                  <a:lnTo>
                    <a:pt x="185404" y="2032"/>
                  </a:lnTo>
                  <a:lnTo>
                    <a:pt x="184769" y="2032"/>
                  </a:lnTo>
                  <a:lnTo>
                    <a:pt x="183880" y="203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0" name="Google Shape;230;p37"/>
            <p:cNvSpPr/>
            <p:nvPr/>
          </p:nvSpPr>
          <p:spPr>
            <a:xfrm>
              <a:off x="5459256" y="1332127"/>
              <a:ext cx="94464" cy="128236"/>
            </a:xfrm>
            <a:custGeom>
              <a:rect b="b" l="l" r="r" t="t"/>
              <a:pathLst>
                <a:path extrusionOk="0" h="128236" w="94464">
                  <a:moveTo>
                    <a:pt x="90020" y="6348"/>
                  </a:moveTo>
                  <a:cubicBezTo>
                    <a:pt x="87189" y="6488"/>
                    <a:pt x="84764" y="4355"/>
                    <a:pt x="84561" y="1524"/>
                  </a:cubicBezTo>
                  <a:lnTo>
                    <a:pt x="84561" y="0"/>
                  </a:lnTo>
                  <a:lnTo>
                    <a:pt x="1016" y="109826"/>
                  </a:lnTo>
                  <a:lnTo>
                    <a:pt x="1016" y="126459"/>
                  </a:lnTo>
                  <a:cubicBezTo>
                    <a:pt x="1016" y="126459"/>
                    <a:pt x="1016" y="126459"/>
                    <a:pt x="1016" y="126459"/>
                  </a:cubicBezTo>
                  <a:cubicBezTo>
                    <a:pt x="800" y="127119"/>
                    <a:pt x="457" y="127716"/>
                    <a:pt x="0" y="128237"/>
                  </a:cubicBezTo>
                  <a:lnTo>
                    <a:pt x="0" y="128237"/>
                  </a:lnTo>
                  <a:lnTo>
                    <a:pt x="94464" y="4698"/>
                  </a:lnTo>
                  <a:cubicBezTo>
                    <a:pt x="93335" y="5929"/>
                    <a:pt x="91684" y="6539"/>
                    <a:pt x="90020" y="63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1" name="Google Shape;231;p37"/>
            <p:cNvSpPr/>
            <p:nvPr/>
          </p:nvSpPr>
          <p:spPr>
            <a:xfrm>
              <a:off x="4374058" y="1257597"/>
              <a:ext cx="1080246" cy="204416"/>
            </a:xfrm>
            <a:custGeom>
              <a:rect b="b" l="l" r="r" t="t"/>
              <a:pathLst>
                <a:path extrusionOk="0" h="204416" w="1080246">
                  <a:moveTo>
                    <a:pt x="1075421" y="199592"/>
                  </a:moveTo>
                  <a:lnTo>
                    <a:pt x="1075421" y="193498"/>
                  </a:lnTo>
                  <a:lnTo>
                    <a:pt x="6983" y="0"/>
                  </a:lnTo>
                  <a:lnTo>
                    <a:pt x="6983" y="4063"/>
                  </a:lnTo>
                  <a:cubicBezTo>
                    <a:pt x="6844" y="6869"/>
                    <a:pt x="4470" y="9027"/>
                    <a:pt x="1663" y="8887"/>
                  </a:cubicBezTo>
                  <a:cubicBezTo>
                    <a:pt x="1663" y="8887"/>
                    <a:pt x="1651" y="8887"/>
                    <a:pt x="1651" y="8887"/>
                  </a:cubicBezTo>
                  <a:lnTo>
                    <a:pt x="0" y="8887"/>
                  </a:lnTo>
                  <a:lnTo>
                    <a:pt x="0" y="8887"/>
                  </a:lnTo>
                  <a:lnTo>
                    <a:pt x="1079230" y="204417"/>
                  </a:lnTo>
                  <a:lnTo>
                    <a:pt x="1080246" y="204417"/>
                  </a:lnTo>
                  <a:cubicBezTo>
                    <a:pt x="1077631" y="204290"/>
                    <a:pt x="1075548" y="202208"/>
                    <a:pt x="1075421" y="19959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2" name="Google Shape;232;p37"/>
            <p:cNvSpPr/>
            <p:nvPr/>
          </p:nvSpPr>
          <p:spPr>
            <a:xfrm>
              <a:off x="5460145" y="1458078"/>
              <a:ext cx="12696" cy="988"/>
            </a:xfrm>
            <a:custGeom>
              <a:rect b="b" l="l" r="r" t="t"/>
              <a:pathLst>
                <a:path extrusionOk="0" h="988" w="12696">
                  <a:moveTo>
                    <a:pt x="0" y="0"/>
                  </a:moveTo>
                  <a:lnTo>
                    <a:pt x="0" y="0"/>
                  </a:lnTo>
                  <a:cubicBezTo>
                    <a:pt x="0" y="0"/>
                    <a:pt x="0" y="0"/>
                    <a:pt x="0" y="762"/>
                  </a:cubicBezTo>
                  <a:cubicBezTo>
                    <a:pt x="0" y="1524"/>
                    <a:pt x="0" y="127"/>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3" name="Google Shape;233;p37"/>
            <p:cNvSpPr/>
            <p:nvPr/>
          </p:nvSpPr>
          <p:spPr>
            <a:xfrm>
              <a:off x="4371011" y="1155769"/>
              <a:ext cx="12696" cy="761"/>
            </a:xfrm>
            <a:custGeom>
              <a:rect b="b" l="l" r="r" t="t"/>
              <a:pathLst>
                <a:path extrusionOk="0" h="761" w="12696">
                  <a:moveTo>
                    <a:pt x="0" y="0"/>
                  </a:move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4" name="Google Shape;234;p37"/>
            <p:cNvSpPr/>
            <p:nvPr/>
          </p:nvSpPr>
          <p:spPr>
            <a:xfrm>
              <a:off x="4371687" y="1158436"/>
              <a:ext cx="9354" cy="106167"/>
            </a:xfrm>
            <a:custGeom>
              <a:rect b="b" l="l" r="r" t="t"/>
              <a:pathLst>
                <a:path extrusionOk="0" h="106167" w="9354">
                  <a:moveTo>
                    <a:pt x="9355" y="103224"/>
                  </a:moveTo>
                  <a:lnTo>
                    <a:pt x="9355" y="5587"/>
                  </a:lnTo>
                  <a:lnTo>
                    <a:pt x="2879" y="4444"/>
                  </a:lnTo>
                  <a:cubicBezTo>
                    <a:pt x="2117" y="4279"/>
                    <a:pt x="1381" y="3974"/>
                    <a:pt x="721" y="3555"/>
                  </a:cubicBezTo>
                  <a:lnTo>
                    <a:pt x="721" y="3555"/>
                  </a:lnTo>
                  <a:lnTo>
                    <a:pt x="721" y="3555"/>
                  </a:lnTo>
                  <a:cubicBezTo>
                    <a:pt x="721" y="3555"/>
                    <a:pt x="721" y="3555"/>
                    <a:pt x="86" y="2793"/>
                  </a:cubicBezTo>
                  <a:cubicBezTo>
                    <a:pt x="22" y="2501"/>
                    <a:pt x="22" y="2197"/>
                    <a:pt x="86" y="1905"/>
                  </a:cubicBezTo>
                  <a:cubicBezTo>
                    <a:pt x="10" y="1612"/>
                    <a:pt x="10" y="1308"/>
                    <a:pt x="86" y="1016"/>
                  </a:cubicBezTo>
                  <a:cubicBezTo>
                    <a:pt x="86" y="1016"/>
                    <a:pt x="86" y="1016"/>
                    <a:pt x="86" y="0"/>
                  </a:cubicBezTo>
                  <a:lnTo>
                    <a:pt x="86" y="0"/>
                  </a:lnTo>
                  <a:cubicBezTo>
                    <a:pt x="86" y="0"/>
                    <a:pt x="86" y="0"/>
                    <a:pt x="86" y="0"/>
                  </a:cubicBezTo>
                  <a:lnTo>
                    <a:pt x="86" y="103605"/>
                  </a:lnTo>
                  <a:cubicBezTo>
                    <a:pt x="86" y="103605"/>
                    <a:pt x="86" y="103605"/>
                    <a:pt x="86" y="103605"/>
                  </a:cubicBezTo>
                  <a:cubicBezTo>
                    <a:pt x="35" y="103897"/>
                    <a:pt x="35" y="104202"/>
                    <a:pt x="86" y="104494"/>
                  </a:cubicBezTo>
                  <a:cubicBezTo>
                    <a:pt x="-29" y="104773"/>
                    <a:pt x="-29" y="105103"/>
                    <a:pt x="86" y="105383"/>
                  </a:cubicBezTo>
                  <a:lnTo>
                    <a:pt x="86" y="106144"/>
                  </a:lnTo>
                  <a:lnTo>
                    <a:pt x="848" y="106144"/>
                  </a:lnTo>
                  <a:lnTo>
                    <a:pt x="1736" y="106144"/>
                  </a:lnTo>
                  <a:lnTo>
                    <a:pt x="2625" y="106144"/>
                  </a:lnTo>
                  <a:lnTo>
                    <a:pt x="4276" y="106144"/>
                  </a:lnTo>
                  <a:cubicBezTo>
                    <a:pt x="6421" y="106347"/>
                    <a:pt x="8453" y="105180"/>
                    <a:pt x="9355" y="1032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5" name="Google Shape;235;p37"/>
            <p:cNvSpPr/>
            <p:nvPr/>
          </p:nvSpPr>
          <p:spPr>
            <a:xfrm>
              <a:off x="4505216" y="999473"/>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6" name="Google Shape;236;p37"/>
            <p:cNvSpPr/>
            <p:nvPr/>
          </p:nvSpPr>
          <p:spPr>
            <a:xfrm>
              <a:off x="4370374" y="1155515"/>
              <a:ext cx="256" cy="1015"/>
            </a:xfrm>
            <a:custGeom>
              <a:rect b="b" l="l" r="r" t="t"/>
              <a:pathLst>
                <a:path extrusionOk="0" h="1015" w="256">
                  <a:moveTo>
                    <a:pt x="256" y="1016"/>
                  </a:moveTo>
                  <a:cubicBezTo>
                    <a:pt x="256" y="1016"/>
                    <a:pt x="256" y="1016"/>
                    <a:pt x="256" y="1016"/>
                  </a:cubicBezTo>
                  <a:cubicBezTo>
                    <a:pt x="231" y="673"/>
                    <a:pt x="231" y="343"/>
                    <a:pt x="256" y="0"/>
                  </a:cubicBezTo>
                  <a:cubicBezTo>
                    <a:pt x="-23" y="216"/>
                    <a:pt x="-87" y="609"/>
                    <a:pt x="129" y="889"/>
                  </a:cubicBezTo>
                  <a:cubicBezTo>
                    <a:pt x="167" y="940"/>
                    <a:pt x="205" y="978"/>
                    <a:pt x="256" y="101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7" name="Google Shape;237;p37"/>
            <p:cNvSpPr/>
            <p:nvPr/>
          </p:nvSpPr>
          <p:spPr>
            <a:xfrm>
              <a:off x="4371392" y="1000235"/>
              <a:ext cx="140173" cy="154772"/>
            </a:xfrm>
            <a:custGeom>
              <a:rect b="b" l="l" r="r" t="t"/>
              <a:pathLst>
                <a:path extrusionOk="0" h="154772" w="140173">
                  <a:moveTo>
                    <a:pt x="13967" y="154646"/>
                  </a:moveTo>
                  <a:lnTo>
                    <a:pt x="140173" y="7745"/>
                  </a:lnTo>
                  <a:lnTo>
                    <a:pt x="136872" y="7745"/>
                  </a:lnTo>
                  <a:cubicBezTo>
                    <a:pt x="134117" y="7237"/>
                    <a:pt x="132288" y="4583"/>
                    <a:pt x="132796" y="1828"/>
                  </a:cubicBezTo>
                  <a:cubicBezTo>
                    <a:pt x="132796" y="1816"/>
                    <a:pt x="132809" y="1790"/>
                    <a:pt x="132809" y="1778"/>
                  </a:cubicBezTo>
                  <a:cubicBezTo>
                    <a:pt x="133025" y="1155"/>
                    <a:pt x="133329" y="546"/>
                    <a:pt x="133698" y="0"/>
                  </a:cubicBezTo>
                  <a:lnTo>
                    <a:pt x="0" y="154773"/>
                  </a:lnTo>
                  <a:lnTo>
                    <a:pt x="0" y="154773"/>
                  </a:lnTo>
                  <a:cubicBezTo>
                    <a:pt x="1333" y="153173"/>
                    <a:pt x="3403" y="152398"/>
                    <a:pt x="5460" y="15274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8" name="Google Shape;238;p37"/>
            <p:cNvSpPr/>
            <p:nvPr/>
          </p:nvSpPr>
          <p:spPr>
            <a:xfrm>
              <a:off x="4371646" y="1162625"/>
              <a:ext cx="635" cy="12696"/>
            </a:xfrm>
            <a:custGeom>
              <a:rect b="b" l="l" r="r" t="t"/>
              <a:pathLst>
                <a:path extrusionOk="0" h="12696" w="635">
                  <a:moveTo>
                    <a:pt x="635" y="0"/>
                  </a:moveTo>
                  <a:lnTo>
                    <a:pt x="635" y="0"/>
                  </a:lnTo>
                  <a:cubicBezTo>
                    <a:pt x="635" y="0"/>
                    <a:pt x="635"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39" name="Google Shape;239;p37"/>
            <p:cNvSpPr/>
            <p:nvPr/>
          </p:nvSpPr>
          <p:spPr>
            <a:xfrm>
              <a:off x="5554228" y="122776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0" name="Google Shape;240;p37"/>
            <p:cNvSpPr/>
            <p:nvPr/>
          </p:nvSpPr>
          <p:spPr>
            <a:xfrm>
              <a:off x="5554228" y="1229664"/>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1" name="Google Shape;241;p37"/>
            <p:cNvSpPr/>
            <p:nvPr/>
          </p:nvSpPr>
          <p:spPr>
            <a:xfrm>
              <a:off x="5552704" y="1226109"/>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2" name="Google Shape;242;p37"/>
            <p:cNvSpPr/>
            <p:nvPr/>
          </p:nvSpPr>
          <p:spPr>
            <a:xfrm>
              <a:off x="4504217" y="997483"/>
              <a:ext cx="1046074" cy="234974"/>
            </a:xfrm>
            <a:custGeom>
              <a:rect b="b" l="l" r="r" t="t"/>
              <a:pathLst>
                <a:path extrusionOk="0" h="234974" w="1046074">
                  <a:moveTo>
                    <a:pt x="4046" y="9862"/>
                  </a:moveTo>
                  <a:lnTo>
                    <a:pt x="7347" y="9862"/>
                  </a:lnTo>
                  <a:lnTo>
                    <a:pt x="1035790" y="234975"/>
                  </a:lnTo>
                  <a:lnTo>
                    <a:pt x="1040361" y="229134"/>
                  </a:lnTo>
                  <a:lnTo>
                    <a:pt x="1040361" y="229134"/>
                  </a:lnTo>
                  <a:cubicBezTo>
                    <a:pt x="1040361" y="229134"/>
                    <a:pt x="1040996" y="229134"/>
                    <a:pt x="1041250" y="228373"/>
                  </a:cubicBezTo>
                  <a:lnTo>
                    <a:pt x="1042012" y="228373"/>
                  </a:lnTo>
                  <a:lnTo>
                    <a:pt x="1043027" y="228373"/>
                  </a:lnTo>
                  <a:lnTo>
                    <a:pt x="1045059" y="228373"/>
                  </a:lnTo>
                  <a:lnTo>
                    <a:pt x="1046075" y="228373"/>
                  </a:lnTo>
                  <a:lnTo>
                    <a:pt x="1046075" y="228373"/>
                  </a:lnTo>
                  <a:lnTo>
                    <a:pt x="1046075" y="228373"/>
                  </a:lnTo>
                  <a:lnTo>
                    <a:pt x="6712" y="86"/>
                  </a:lnTo>
                  <a:lnTo>
                    <a:pt x="4554" y="86"/>
                  </a:lnTo>
                  <a:cubicBezTo>
                    <a:pt x="3970" y="-29"/>
                    <a:pt x="3361" y="-29"/>
                    <a:pt x="2776" y="86"/>
                  </a:cubicBezTo>
                  <a:lnTo>
                    <a:pt x="2776" y="86"/>
                  </a:lnTo>
                  <a:lnTo>
                    <a:pt x="1253" y="1228"/>
                  </a:lnTo>
                  <a:lnTo>
                    <a:pt x="1253" y="1228"/>
                  </a:lnTo>
                  <a:lnTo>
                    <a:pt x="1253" y="1228"/>
                  </a:lnTo>
                  <a:cubicBezTo>
                    <a:pt x="885" y="1774"/>
                    <a:pt x="580" y="2384"/>
                    <a:pt x="364" y="3006"/>
                  </a:cubicBezTo>
                  <a:cubicBezTo>
                    <a:pt x="-677" y="5609"/>
                    <a:pt x="592" y="8567"/>
                    <a:pt x="3196" y="9608"/>
                  </a:cubicBezTo>
                  <a:cubicBezTo>
                    <a:pt x="3475" y="9710"/>
                    <a:pt x="3754" y="9799"/>
                    <a:pt x="4046" y="98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3" name="Google Shape;243;p37"/>
            <p:cNvSpPr/>
            <p:nvPr/>
          </p:nvSpPr>
          <p:spPr>
            <a:xfrm>
              <a:off x="5550927" y="1226033"/>
              <a:ext cx="888" cy="76"/>
            </a:xfrm>
            <a:custGeom>
              <a:rect b="b" l="l" r="r" t="t"/>
              <a:pathLst>
                <a:path extrusionOk="0" h="76" w="888">
                  <a:moveTo>
                    <a:pt x="889" y="76"/>
                  </a:moveTo>
                  <a:cubicBezTo>
                    <a:pt x="597" y="-25"/>
                    <a:pt x="292" y="-25"/>
                    <a:pt x="0" y="76"/>
                  </a:cubicBezTo>
                  <a:lnTo>
                    <a:pt x="0" y="76"/>
                  </a:lnTo>
                  <a:cubicBezTo>
                    <a:pt x="292" y="0"/>
                    <a:pt x="597" y="0"/>
                    <a:pt x="889" y="7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4" name="Google Shape;244;p37"/>
            <p:cNvSpPr/>
            <p:nvPr/>
          </p:nvSpPr>
          <p:spPr>
            <a:xfrm>
              <a:off x="5543436" y="1229537"/>
              <a:ext cx="10800" cy="108798"/>
            </a:xfrm>
            <a:custGeom>
              <a:rect b="b" l="l" r="r" t="t"/>
              <a:pathLst>
                <a:path extrusionOk="0" h="108798" w="10800">
                  <a:moveTo>
                    <a:pt x="10792" y="127"/>
                  </a:moveTo>
                  <a:cubicBezTo>
                    <a:pt x="10856" y="1257"/>
                    <a:pt x="10539" y="2374"/>
                    <a:pt x="9904" y="3301"/>
                  </a:cubicBezTo>
                  <a:lnTo>
                    <a:pt x="0" y="15998"/>
                  </a:lnTo>
                  <a:lnTo>
                    <a:pt x="0" y="103986"/>
                  </a:lnTo>
                  <a:cubicBezTo>
                    <a:pt x="356" y="106983"/>
                    <a:pt x="3073" y="109116"/>
                    <a:pt x="6069" y="108760"/>
                  </a:cubicBezTo>
                  <a:cubicBezTo>
                    <a:pt x="7695" y="108570"/>
                    <a:pt x="9155" y="107655"/>
                    <a:pt x="10031" y="106272"/>
                  </a:cubicBezTo>
                  <a:cubicBezTo>
                    <a:pt x="10094" y="105980"/>
                    <a:pt x="10094" y="105675"/>
                    <a:pt x="10031" y="105383"/>
                  </a:cubicBezTo>
                  <a:cubicBezTo>
                    <a:pt x="10031" y="105383"/>
                    <a:pt x="10031" y="104748"/>
                    <a:pt x="10031" y="104494"/>
                  </a:cubicBezTo>
                  <a:lnTo>
                    <a:pt x="10031"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5" name="Google Shape;245;p37"/>
            <p:cNvSpPr/>
            <p:nvPr/>
          </p:nvSpPr>
          <p:spPr>
            <a:xfrm>
              <a:off x="5552704" y="1226363"/>
              <a:ext cx="634" cy="635"/>
            </a:xfrm>
            <a:custGeom>
              <a:rect b="b" l="l" r="r" t="t"/>
              <a:pathLst>
                <a:path extrusionOk="0" h="635" w="634">
                  <a:moveTo>
                    <a:pt x="635" y="635"/>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6" name="Google Shape;246;p37"/>
            <p:cNvSpPr/>
            <p:nvPr/>
          </p:nvSpPr>
          <p:spPr>
            <a:xfrm>
              <a:off x="5549276" y="1225093"/>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7" name="Google Shape;247;p37"/>
            <p:cNvSpPr/>
            <p:nvPr/>
          </p:nvSpPr>
          <p:spPr>
            <a:xfrm>
              <a:off x="5554228" y="1227760"/>
              <a:ext cx="12696" cy="888"/>
            </a:xfrm>
            <a:custGeom>
              <a:rect b="b" l="l" r="r" t="t"/>
              <a:pathLst>
                <a:path extrusionOk="0" h="888" w="12696">
                  <a:moveTo>
                    <a:pt x="0" y="889"/>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8" name="Google Shape;248;p37"/>
            <p:cNvSpPr/>
            <p:nvPr/>
          </p:nvSpPr>
          <p:spPr>
            <a:xfrm>
              <a:off x="5452653" y="1225220"/>
              <a:ext cx="100439" cy="128871"/>
            </a:xfrm>
            <a:custGeom>
              <a:rect b="b" l="l" r="r" t="t"/>
              <a:pathLst>
                <a:path extrusionOk="0" h="128871" w="100439">
                  <a:moveTo>
                    <a:pt x="97131" y="0"/>
                  </a:moveTo>
                  <a:lnTo>
                    <a:pt x="95099" y="0"/>
                  </a:lnTo>
                  <a:lnTo>
                    <a:pt x="94084" y="0"/>
                  </a:lnTo>
                  <a:lnTo>
                    <a:pt x="93322" y="0"/>
                  </a:lnTo>
                  <a:cubicBezTo>
                    <a:pt x="93322" y="0"/>
                    <a:pt x="92687" y="0"/>
                    <a:pt x="92433" y="762"/>
                  </a:cubicBezTo>
                  <a:lnTo>
                    <a:pt x="92433" y="762"/>
                  </a:lnTo>
                  <a:lnTo>
                    <a:pt x="87862" y="6603"/>
                  </a:lnTo>
                  <a:lnTo>
                    <a:pt x="0" y="122904"/>
                  </a:lnTo>
                  <a:lnTo>
                    <a:pt x="3555" y="123539"/>
                  </a:lnTo>
                  <a:lnTo>
                    <a:pt x="3555" y="123539"/>
                  </a:lnTo>
                  <a:lnTo>
                    <a:pt x="4444" y="123539"/>
                  </a:lnTo>
                  <a:lnTo>
                    <a:pt x="5333" y="124174"/>
                  </a:lnTo>
                  <a:lnTo>
                    <a:pt x="6095" y="124809"/>
                  </a:lnTo>
                  <a:lnTo>
                    <a:pt x="6095" y="125571"/>
                  </a:lnTo>
                  <a:cubicBezTo>
                    <a:pt x="6183" y="125812"/>
                    <a:pt x="6183" y="126091"/>
                    <a:pt x="6095" y="126332"/>
                  </a:cubicBezTo>
                  <a:cubicBezTo>
                    <a:pt x="6145" y="126662"/>
                    <a:pt x="6145" y="127018"/>
                    <a:pt x="6095" y="127348"/>
                  </a:cubicBezTo>
                  <a:cubicBezTo>
                    <a:pt x="6095" y="127348"/>
                    <a:pt x="6095" y="127348"/>
                    <a:pt x="6095" y="127348"/>
                  </a:cubicBezTo>
                  <a:lnTo>
                    <a:pt x="6095" y="128871"/>
                  </a:lnTo>
                  <a:lnTo>
                    <a:pt x="89640" y="19426"/>
                  </a:lnTo>
                  <a:lnTo>
                    <a:pt x="99543" y="6729"/>
                  </a:lnTo>
                  <a:cubicBezTo>
                    <a:pt x="100178" y="5802"/>
                    <a:pt x="100495" y="4685"/>
                    <a:pt x="100432" y="3555"/>
                  </a:cubicBezTo>
                  <a:lnTo>
                    <a:pt x="100432" y="3555"/>
                  </a:lnTo>
                  <a:lnTo>
                    <a:pt x="100432" y="3555"/>
                  </a:lnTo>
                  <a:lnTo>
                    <a:pt x="100432" y="2667"/>
                  </a:lnTo>
                  <a:lnTo>
                    <a:pt x="100432" y="2667"/>
                  </a:lnTo>
                  <a:lnTo>
                    <a:pt x="100432" y="2667"/>
                  </a:lnTo>
                  <a:lnTo>
                    <a:pt x="99797" y="2032"/>
                  </a:lnTo>
                  <a:lnTo>
                    <a:pt x="99797" y="2032"/>
                  </a:lnTo>
                  <a:lnTo>
                    <a:pt x="99162" y="2032"/>
                  </a:lnTo>
                  <a:cubicBezTo>
                    <a:pt x="98832" y="1930"/>
                    <a:pt x="98477" y="1930"/>
                    <a:pt x="98147" y="203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49" name="Google Shape;249;p37"/>
            <p:cNvSpPr/>
            <p:nvPr/>
          </p:nvSpPr>
          <p:spPr>
            <a:xfrm>
              <a:off x="5449479" y="1353076"/>
              <a:ext cx="10712" cy="109090"/>
            </a:xfrm>
            <a:custGeom>
              <a:rect b="b" l="l" r="r" t="t"/>
              <a:pathLst>
                <a:path extrusionOk="0" h="109090" w="10712">
                  <a:moveTo>
                    <a:pt x="10665" y="104494"/>
                  </a:moveTo>
                  <a:lnTo>
                    <a:pt x="10665" y="0"/>
                  </a:lnTo>
                  <a:cubicBezTo>
                    <a:pt x="10665" y="0"/>
                    <a:pt x="10665" y="0"/>
                    <a:pt x="10665" y="0"/>
                  </a:cubicBezTo>
                  <a:cubicBezTo>
                    <a:pt x="10729" y="457"/>
                    <a:pt x="10729" y="927"/>
                    <a:pt x="10665" y="1396"/>
                  </a:cubicBezTo>
                  <a:cubicBezTo>
                    <a:pt x="10056" y="3822"/>
                    <a:pt x="7821" y="5472"/>
                    <a:pt x="5333" y="5333"/>
                  </a:cubicBezTo>
                  <a:lnTo>
                    <a:pt x="4317" y="5333"/>
                  </a:lnTo>
                  <a:lnTo>
                    <a:pt x="0" y="4571"/>
                  </a:lnTo>
                  <a:lnTo>
                    <a:pt x="0" y="104113"/>
                  </a:lnTo>
                  <a:cubicBezTo>
                    <a:pt x="139" y="106919"/>
                    <a:pt x="2514" y="109077"/>
                    <a:pt x="5320" y="108938"/>
                  </a:cubicBezTo>
                  <a:cubicBezTo>
                    <a:pt x="5320" y="108938"/>
                    <a:pt x="5333" y="108938"/>
                    <a:pt x="5333" y="108938"/>
                  </a:cubicBezTo>
                  <a:lnTo>
                    <a:pt x="5333" y="108938"/>
                  </a:lnTo>
                  <a:cubicBezTo>
                    <a:pt x="6082" y="109141"/>
                    <a:pt x="6869" y="109141"/>
                    <a:pt x="7618" y="108938"/>
                  </a:cubicBezTo>
                  <a:lnTo>
                    <a:pt x="7618" y="108938"/>
                  </a:lnTo>
                  <a:lnTo>
                    <a:pt x="7618" y="108938"/>
                  </a:lnTo>
                  <a:lnTo>
                    <a:pt x="7618" y="108938"/>
                  </a:lnTo>
                  <a:cubicBezTo>
                    <a:pt x="7618" y="108938"/>
                    <a:pt x="7618" y="108938"/>
                    <a:pt x="8253" y="108303"/>
                  </a:cubicBezTo>
                  <a:cubicBezTo>
                    <a:pt x="8710" y="107783"/>
                    <a:pt x="9053" y="107185"/>
                    <a:pt x="9269" y="106526"/>
                  </a:cubicBezTo>
                  <a:cubicBezTo>
                    <a:pt x="9269" y="106526"/>
                    <a:pt x="10665" y="104748"/>
                    <a:pt x="10665" y="10449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0" name="Google Shape;250;p37"/>
            <p:cNvSpPr/>
            <p:nvPr/>
          </p:nvSpPr>
          <p:spPr>
            <a:xfrm>
              <a:off x="4370319" y="1153023"/>
              <a:ext cx="1089130" cy="204759"/>
            </a:xfrm>
            <a:custGeom>
              <a:rect b="b" l="l" r="r" t="t"/>
              <a:pathLst>
                <a:path extrusionOk="0" h="204759" w="1089130">
                  <a:moveTo>
                    <a:pt x="57" y="5793"/>
                  </a:moveTo>
                  <a:cubicBezTo>
                    <a:pt x="-19" y="6086"/>
                    <a:pt x="-19" y="6390"/>
                    <a:pt x="57" y="6682"/>
                  </a:cubicBezTo>
                  <a:cubicBezTo>
                    <a:pt x="-6" y="6974"/>
                    <a:pt x="-6" y="7279"/>
                    <a:pt x="57" y="7571"/>
                  </a:cubicBezTo>
                  <a:cubicBezTo>
                    <a:pt x="57" y="7571"/>
                    <a:pt x="57" y="7571"/>
                    <a:pt x="692" y="8333"/>
                  </a:cubicBezTo>
                  <a:cubicBezTo>
                    <a:pt x="1327" y="9095"/>
                    <a:pt x="692" y="8333"/>
                    <a:pt x="1327" y="8333"/>
                  </a:cubicBezTo>
                  <a:cubicBezTo>
                    <a:pt x="1987" y="8752"/>
                    <a:pt x="2723" y="9057"/>
                    <a:pt x="3485" y="9222"/>
                  </a:cubicBezTo>
                  <a:lnTo>
                    <a:pt x="9961" y="10364"/>
                  </a:lnTo>
                  <a:lnTo>
                    <a:pt x="1078399" y="203989"/>
                  </a:lnTo>
                  <a:lnTo>
                    <a:pt x="1082715" y="204751"/>
                  </a:lnTo>
                  <a:lnTo>
                    <a:pt x="1083731" y="204751"/>
                  </a:lnTo>
                  <a:cubicBezTo>
                    <a:pt x="1086220" y="204891"/>
                    <a:pt x="1088454" y="203240"/>
                    <a:pt x="1089064" y="200815"/>
                  </a:cubicBezTo>
                  <a:cubicBezTo>
                    <a:pt x="1089127" y="200345"/>
                    <a:pt x="1089127" y="199888"/>
                    <a:pt x="1089064" y="199418"/>
                  </a:cubicBezTo>
                  <a:cubicBezTo>
                    <a:pt x="1089115" y="199088"/>
                    <a:pt x="1089115" y="198733"/>
                    <a:pt x="1089064" y="198402"/>
                  </a:cubicBezTo>
                  <a:cubicBezTo>
                    <a:pt x="1089153" y="198161"/>
                    <a:pt x="1089153" y="197882"/>
                    <a:pt x="1089064" y="197641"/>
                  </a:cubicBezTo>
                  <a:lnTo>
                    <a:pt x="1089064" y="196879"/>
                  </a:lnTo>
                  <a:lnTo>
                    <a:pt x="1088302" y="196244"/>
                  </a:lnTo>
                  <a:lnTo>
                    <a:pt x="1087413" y="195609"/>
                  </a:lnTo>
                  <a:lnTo>
                    <a:pt x="1086524" y="195609"/>
                  </a:lnTo>
                  <a:lnTo>
                    <a:pt x="1086524" y="195609"/>
                  </a:lnTo>
                  <a:lnTo>
                    <a:pt x="1082969" y="194974"/>
                  </a:lnTo>
                  <a:lnTo>
                    <a:pt x="16436" y="1731"/>
                  </a:lnTo>
                  <a:lnTo>
                    <a:pt x="7802" y="80"/>
                  </a:lnTo>
                  <a:cubicBezTo>
                    <a:pt x="5745" y="-263"/>
                    <a:pt x="3676" y="512"/>
                    <a:pt x="2343" y="2111"/>
                  </a:cubicBezTo>
                  <a:lnTo>
                    <a:pt x="2343" y="2111"/>
                  </a:lnTo>
                  <a:lnTo>
                    <a:pt x="2343" y="2111"/>
                  </a:lnTo>
                  <a:cubicBezTo>
                    <a:pt x="2317" y="2454"/>
                    <a:pt x="2317" y="2784"/>
                    <a:pt x="2343" y="3127"/>
                  </a:cubicBezTo>
                  <a:lnTo>
                    <a:pt x="2343" y="3127"/>
                  </a:lnTo>
                  <a:lnTo>
                    <a:pt x="2343" y="3762"/>
                  </a:lnTo>
                  <a:cubicBezTo>
                    <a:pt x="2343" y="3762"/>
                    <a:pt x="-70" y="5539"/>
                    <a:pt x="57" y="5793"/>
                  </a:cubicBezTo>
                  <a:close/>
                </a:path>
              </a:pathLst>
            </a:custGeom>
            <a:solidFill>
              <a:srgbClr val="468B8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1" name="Google Shape;251;p37"/>
            <p:cNvSpPr/>
            <p:nvPr/>
          </p:nvSpPr>
          <p:spPr>
            <a:xfrm>
              <a:off x="8659109" y="2038698"/>
              <a:ext cx="97638" cy="84687"/>
            </a:xfrm>
            <a:custGeom>
              <a:rect b="b" l="l" r="r" t="t"/>
              <a:pathLst>
                <a:path extrusionOk="0" h="84687" w="97638">
                  <a:moveTo>
                    <a:pt x="88370" y="2032"/>
                  </a:moveTo>
                  <a:lnTo>
                    <a:pt x="88370" y="0"/>
                  </a:lnTo>
                  <a:lnTo>
                    <a:pt x="1651" y="70721"/>
                  </a:lnTo>
                  <a:lnTo>
                    <a:pt x="1651" y="81640"/>
                  </a:lnTo>
                  <a:cubicBezTo>
                    <a:pt x="1702" y="81894"/>
                    <a:pt x="1702" y="82148"/>
                    <a:pt x="1651" y="82401"/>
                  </a:cubicBezTo>
                  <a:cubicBezTo>
                    <a:pt x="1651" y="82401"/>
                    <a:pt x="1651" y="82401"/>
                    <a:pt x="1651" y="82401"/>
                  </a:cubicBezTo>
                  <a:lnTo>
                    <a:pt x="1651" y="82401"/>
                  </a:lnTo>
                  <a:cubicBezTo>
                    <a:pt x="1346" y="83316"/>
                    <a:pt x="762" y="84103"/>
                    <a:pt x="0" y="84687"/>
                  </a:cubicBezTo>
                  <a:lnTo>
                    <a:pt x="0" y="84687"/>
                  </a:lnTo>
                  <a:lnTo>
                    <a:pt x="97639" y="5206"/>
                  </a:lnTo>
                  <a:lnTo>
                    <a:pt x="97639" y="5206"/>
                  </a:lnTo>
                  <a:cubicBezTo>
                    <a:pt x="96585" y="6018"/>
                    <a:pt x="95290" y="6463"/>
                    <a:pt x="93957" y="6475"/>
                  </a:cubicBezTo>
                  <a:cubicBezTo>
                    <a:pt x="91214" y="6704"/>
                    <a:pt x="88764" y="4761"/>
                    <a:pt x="88370" y="203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2" name="Google Shape;252;p37"/>
            <p:cNvSpPr/>
            <p:nvPr/>
          </p:nvSpPr>
          <p:spPr>
            <a:xfrm>
              <a:off x="8257636" y="2018257"/>
              <a:ext cx="397410" cy="106906"/>
            </a:xfrm>
            <a:custGeom>
              <a:rect b="b" l="l" r="r" t="t"/>
              <a:pathLst>
                <a:path extrusionOk="0" h="106906" w="397410">
                  <a:moveTo>
                    <a:pt x="392205" y="101827"/>
                  </a:moveTo>
                  <a:lnTo>
                    <a:pt x="392205" y="95479"/>
                  </a:lnTo>
                  <a:lnTo>
                    <a:pt x="7110" y="0"/>
                  </a:lnTo>
                  <a:lnTo>
                    <a:pt x="7110" y="3682"/>
                  </a:lnTo>
                  <a:cubicBezTo>
                    <a:pt x="6971" y="6501"/>
                    <a:pt x="4609" y="8710"/>
                    <a:pt x="1778" y="8634"/>
                  </a:cubicBezTo>
                  <a:cubicBezTo>
                    <a:pt x="1193" y="8760"/>
                    <a:pt x="584" y="8760"/>
                    <a:pt x="0" y="8634"/>
                  </a:cubicBezTo>
                  <a:lnTo>
                    <a:pt x="0" y="8634"/>
                  </a:lnTo>
                  <a:lnTo>
                    <a:pt x="396014" y="106906"/>
                  </a:lnTo>
                  <a:lnTo>
                    <a:pt x="397410" y="106906"/>
                  </a:lnTo>
                  <a:cubicBezTo>
                    <a:pt x="394580" y="106906"/>
                    <a:pt x="392269" y="104659"/>
                    <a:pt x="392205"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3" name="Google Shape;253;p37"/>
            <p:cNvSpPr/>
            <p:nvPr/>
          </p:nvSpPr>
          <p:spPr>
            <a:xfrm>
              <a:off x="8660507" y="2121480"/>
              <a:ext cx="47" cy="761"/>
            </a:xfrm>
            <a:custGeom>
              <a:rect b="b" l="l" r="r" t="t"/>
              <a:pathLst>
                <a:path extrusionOk="0" h="761" w="47">
                  <a:moveTo>
                    <a:pt x="0" y="0"/>
                  </a:moveTo>
                  <a:cubicBezTo>
                    <a:pt x="0" y="0"/>
                    <a:pt x="0" y="0"/>
                    <a:pt x="0" y="0"/>
                  </a:cubicBezTo>
                  <a:cubicBezTo>
                    <a:pt x="64" y="254"/>
                    <a:pt x="64" y="508"/>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4" name="Google Shape;254;p37"/>
            <p:cNvSpPr/>
            <p:nvPr/>
          </p:nvSpPr>
          <p:spPr>
            <a:xfrm>
              <a:off x="8255605" y="191528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5" name="Google Shape;255;p37"/>
            <p:cNvSpPr/>
            <p:nvPr/>
          </p:nvSpPr>
          <p:spPr>
            <a:xfrm>
              <a:off x="8254405" y="1916810"/>
              <a:ext cx="56" cy="56"/>
            </a:xfrm>
            <a:custGeom>
              <a:rect b="b" l="l" r="r" t="t"/>
              <a:pathLst>
                <a:path extrusionOk="0" h="56" w="56">
                  <a:moveTo>
                    <a:pt x="56" y="0"/>
                  </a:moveTo>
                  <a:lnTo>
                    <a:pt x="56" y="0"/>
                  </a:lnTo>
                  <a:lnTo>
                    <a:pt x="56" y="0"/>
                  </a:lnTo>
                  <a:cubicBezTo>
                    <a:pt x="56" y="0"/>
                    <a:pt x="-71" y="127"/>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6" name="Google Shape;256;p37"/>
            <p:cNvSpPr/>
            <p:nvPr/>
          </p:nvSpPr>
          <p:spPr>
            <a:xfrm>
              <a:off x="8255303" y="1920111"/>
              <a:ext cx="9443" cy="106493"/>
            </a:xfrm>
            <a:custGeom>
              <a:rect b="b" l="l" r="r" t="t"/>
              <a:pathLst>
                <a:path extrusionOk="0" h="106493" w="9443">
                  <a:moveTo>
                    <a:pt x="9443" y="101827"/>
                  </a:moveTo>
                  <a:lnTo>
                    <a:pt x="9443" y="5079"/>
                  </a:lnTo>
                  <a:lnTo>
                    <a:pt x="2587" y="3428"/>
                  </a:lnTo>
                  <a:lnTo>
                    <a:pt x="2587" y="3428"/>
                  </a:lnTo>
                  <a:lnTo>
                    <a:pt x="1825" y="3428"/>
                  </a:lnTo>
                  <a:lnTo>
                    <a:pt x="682" y="2666"/>
                  </a:lnTo>
                  <a:lnTo>
                    <a:pt x="682" y="2666"/>
                  </a:lnTo>
                  <a:lnTo>
                    <a:pt x="682" y="2666"/>
                  </a:lnTo>
                  <a:cubicBezTo>
                    <a:pt x="403" y="2425"/>
                    <a:pt x="187" y="2120"/>
                    <a:pt x="48" y="1777"/>
                  </a:cubicBezTo>
                  <a:cubicBezTo>
                    <a:pt x="-3" y="1524"/>
                    <a:pt x="-3" y="1270"/>
                    <a:pt x="48" y="1016"/>
                  </a:cubicBezTo>
                  <a:cubicBezTo>
                    <a:pt x="-16" y="685"/>
                    <a:pt x="-16" y="330"/>
                    <a:pt x="48" y="0"/>
                  </a:cubicBezTo>
                  <a:lnTo>
                    <a:pt x="48" y="0"/>
                  </a:lnTo>
                  <a:lnTo>
                    <a:pt x="48" y="0"/>
                  </a:lnTo>
                  <a:lnTo>
                    <a:pt x="48" y="103097"/>
                  </a:lnTo>
                  <a:lnTo>
                    <a:pt x="48" y="103097"/>
                  </a:lnTo>
                  <a:cubicBezTo>
                    <a:pt x="-16" y="103389"/>
                    <a:pt x="-16" y="103694"/>
                    <a:pt x="48" y="103986"/>
                  </a:cubicBezTo>
                  <a:lnTo>
                    <a:pt x="48" y="104875"/>
                  </a:lnTo>
                  <a:lnTo>
                    <a:pt x="48" y="105637"/>
                  </a:lnTo>
                  <a:lnTo>
                    <a:pt x="809" y="106398"/>
                  </a:lnTo>
                  <a:lnTo>
                    <a:pt x="1571" y="106398"/>
                  </a:lnTo>
                  <a:lnTo>
                    <a:pt x="2587" y="106398"/>
                  </a:lnTo>
                  <a:cubicBezTo>
                    <a:pt x="3171" y="106525"/>
                    <a:pt x="3781" y="106525"/>
                    <a:pt x="4365" y="106398"/>
                  </a:cubicBezTo>
                  <a:cubicBezTo>
                    <a:pt x="6955" y="106360"/>
                    <a:pt x="9126" y="104405"/>
                    <a:pt x="9443"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7" name="Google Shape;257;p37"/>
            <p:cNvSpPr/>
            <p:nvPr/>
          </p:nvSpPr>
          <p:spPr>
            <a:xfrm>
              <a:off x="8649714" y="2018510"/>
              <a:ext cx="10830" cy="106277"/>
            </a:xfrm>
            <a:custGeom>
              <a:rect b="b" l="l" r="r" t="t"/>
              <a:pathLst>
                <a:path extrusionOk="0" h="106277" w="10830">
                  <a:moveTo>
                    <a:pt x="10793" y="102335"/>
                  </a:moveTo>
                  <a:cubicBezTo>
                    <a:pt x="10843" y="102082"/>
                    <a:pt x="10843" y="101827"/>
                    <a:pt x="10793" y="101574"/>
                  </a:cubicBezTo>
                  <a:lnTo>
                    <a:pt x="10793" y="0"/>
                  </a:lnTo>
                  <a:lnTo>
                    <a:pt x="8888" y="1396"/>
                  </a:lnTo>
                  <a:lnTo>
                    <a:pt x="8888" y="1396"/>
                  </a:lnTo>
                  <a:cubicBezTo>
                    <a:pt x="7898" y="2146"/>
                    <a:pt x="6704" y="2552"/>
                    <a:pt x="5460" y="2539"/>
                  </a:cubicBezTo>
                  <a:lnTo>
                    <a:pt x="4063" y="2539"/>
                  </a:lnTo>
                  <a:lnTo>
                    <a:pt x="0" y="1524"/>
                  </a:lnTo>
                  <a:lnTo>
                    <a:pt x="0" y="101320"/>
                  </a:lnTo>
                  <a:cubicBezTo>
                    <a:pt x="139" y="104189"/>
                    <a:pt x="2577" y="106411"/>
                    <a:pt x="5447" y="106271"/>
                  </a:cubicBezTo>
                  <a:cubicBezTo>
                    <a:pt x="5447" y="106271"/>
                    <a:pt x="5460" y="106271"/>
                    <a:pt x="5460" y="106271"/>
                  </a:cubicBezTo>
                  <a:cubicBezTo>
                    <a:pt x="6501" y="106246"/>
                    <a:pt x="7504" y="105941"/>
                    <a:pt x="8380" y="105382"/>
                  </a:cubicBezTo>
                  <a:lnTo>
                    <a:pt x="8380" y="105382"/>
                  </a:lnTo>
                  <a:lnTo>
                    <a:pt x="8380" y="105382"/>
                  </a:lnTo>
                  <a:cubicBezTo>
                    <a:pt x="9142" y="104799"/>
                    <a:pt x="9726" y="104011"/>
                    <a:pt x="10031" y="103097"/>
                  </a:cubicBezTo>
                  <a:cubicBezTo>
                    <a:pt x="10361" y="102932"/>
                    <a:pt x="10628" y="102666"/>
                    <a:pt x="10793"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8" name="Google Shape;258;p37"/>
            <p:cNvSpPr/>
            <p:nvPr/>
          </p:nvSpPr>
          <p:spPr>
            <a:xfrm>
              <a:off x="8254334" y="1916175"/>
              <a:ext cx="12696" cy="1015"/>
            </a:xfrm>
            <a:custGeom>
              <a:rect b="b" l="l" r="r" t="t"/>
              <a:pathLst>
                <a:path extrusionOk="0" h="1015" w="12696">
                  <a:moveTo>
                    <a:pt x="0" y="1016"/>
                  </a:moveTo>
                  <a:lnTo>
                    <a:pt x="0" y="1016"/>
                  </a:lnTo>
                  <a:lnTo>
                    <a:pt x="0" y="1016"/>
                  </a:lnTo>
                  <a:cubicBezTo>
                    <a:pt x="0" y="1016"/>
                    <a:pt x="0" y="381"/>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59" name="Google Shape;259;p37"/>
            <p:cNvSpPr/>
            <p:nvPr/>
          </p:nvSpPr>
          <p:spPr>
            <a:xfrm>
              <a:off x="8255350" y="1915413"/>
              <a:ext cx="761" cy="888"/>
            </a:xfrm>
            <a:custGeom>
              <a:rect b="b" l="l" r="r" t="t"/>
              <a:pathLst>
                <a:path extrusionOk="0" h="888" w="761">
                  <a:moveTo>
                    <a:pt x="0" y="127"/>
                  </a:moveTo>
                  <a:lnTo>
                    <a:pt x="0" y="888"/>
                  </a:ln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0" name="Google Shape;260;p37"/>
            <p:cNvSpPr/>
            <p:nvPr/>
          </p:nvSpPr>
          <p:spPr>
            <a:xfrm>
              <a:off x="8655300" y="2020288"/>
              <a:ext cx="3428" cy="1143"/>
            </a:xfrm>
            <a:custGeom>
              <a:rect b="b" l="l" r="r" t="t"/>
              <a:pathLst>
                <a:path extrusionOk="0" h="1143" w="3428">
                  <a:moveTo>
                    <a:pt x="3428" y="0"/>
                  </a:moveTo>
                  <a:cubicBezTo>
                    <a:pt x="2438" y="749"/>
                    <a:pt x="1245" y="1155"/>
                    <a:pt x="0" y="1143"/>
                  </a:cubicBezTo>
                  <a:cubicBezTo>
                    <a:pt x="1231" y="1155"/>
                    <a:pt x="2438" y="749"/>
                    <a:pt x="342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1" name="Google Shape;261;p37"/>
            <p:cNvSpPr/>
            <p:nvPr/>
          </p:nvSpPr>
          <p:spPr>
            <a:xfrm>
              <a:off x="8258017" y="1916810"/>
              <a:ext cx="397410" cy="105002"/>
            </a:xfrm>
            <a:custGeom>
              <a:rect b="b" l="l" r="r" t="t"/>
              <a:pathLst>
                <a:path extrusionOk="0" h="105002" w="397410">
                  <a:moveTo>
                    <a:pt x="394236" y="96495"/>
                  </a:moveTo>
                  <a:lnTo>
                    <a:pt x="396395" y="94717"/>
                  </a:lnTo>
                  <a:lnTo>
                    <a:pt x="12824" y="0"/>
                  </a:lnTo>
                  <a:lnTo>
                    <a:pt x="5460" y="6095"/>
                  </a:lnTo>
                  <a:cubicBezTo>
                    <a:pt x="4431" y="6844"/>
                    <a:pt x="3187" y="7250"/>
                    <a:pt x="1904" y="7237"/>
                  </a:cubicBezTo>
                  <a:lnTo>
                    <a:pt x="0" y="7237"/>
                  </a:lnTo>
                  <a:lnTo>
                    <a:pt x="0" y="7237"/>
                  </a:lnTo>
                  <a:lnTo>
                    <a:pt x="6856" y="8888"/>
                  </a:lnTo>
                  <a:lnTo>
                    <a:pt x="391951" y="103986"/>
                  </a:lnTo>
                  <a:lnTo>
                    <a:pt x="396014" y="105002"/>
                  </a:lnTo>
                  <a:lnTo>
                    <a:pt x="397410" y="105002"/>
                  </a:lnTo>
                  <a:cubicBezTo>
                    <a:pt x="395887" y="105027"/>
                    <a:pt x="394414" y="104430"/>
                    <a:pt x="393347" y="103351"/>
                  </a:cubicBezTo>
                  <a:cubicBezTo>
                    <a:pt x="391671" y="101472"/>
                    <a:pt x="391836" y="98577"/>
                    <a:pt x="393716" y="96901"/>
                  </a:cubicBezTo>
                  <a:cubicBezTo>
                    <a:pt x="393881" y="96749"/>
                    <a:pt x="394059" y="96622"/>
                    <a:pt x="394236" y="9649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2" name="Google Shape;262;p37"/>
            <p:cNvSpPr/>
            <p:nvPr/>
          </p:nvSpPr>
          <p:spPr>
            <a:xfrm>
              <a:off x="8650708" y="1939156"/>
              <a:ext cx="97660" cy="82404"/>
            </a:xfrm>
            <a:custGeom>
              <a:rect b="b" l="l" r="r" t="t"/>
              <a:pathLst>
                <a:path extrusionOk="0" h="82404" w="97660">
                  <a:moveTo>
                    <a:pt x="96772" y="1524"/>
                  </a:moveTo>
                  <a:lnTo>
                    <a:pt x="91692" y="0"/>
                  </a:lnTo>
                  <a:lnTo>
                    <a:pt x="2815" y="71990"/>
                  </a:lnTo>
                  <a:lnTo>
                    <a:pt x="1545" y="74149"/>
                  </a:lnTo>
                  <a:cubicBezTo>
                    <a:pt x="-346" y="75825"/>
                    <a:pt x="-525" y="78707"/>
                    <a:pt x="1139" y="80599"/>
                  </a:cubicBezTo>
                  <a:cubicBezTo>
                    <a:pt x="1266" y="80738"/>
                    <a:pt x="1406" y="80878"/>
                    <a:pt x="1545" y="81005"/>
                  </a:cubicBezTo>
                  <a:cubicBezTo>
                    <a:pt x="3691" y="82871"/>
                    <a:pt x="6891" y="82871"/>
                    <a:pt x="9037" y="81005"/>
                  </a:cubicBezTo>
                  <a:lnTo>
                    <a:pt x="9037" y="81005"/>
                  </a:lnTo>
                  <a:lnTo>
                    <a:pt x="10941" y="79608"/>
                  </a:lnTo>
                  <a:lnTo>
                    <a:pt x="97660" y="888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3" name="Google Shape;263;p37"/>
            <p:cNvSpPr/>
            <p:nvPr/>
          </p:nvSpPr>
          <p:spPr>
            <a:xfrm>
              <a:off x="8757256" y="1934331"/>
              <a:ext cx="12696" cy="12696"/>
            </a:xfrm>
            <a:custGeom>
              <a:rect b="b" l="l" r="r" t="t"/>
              <a:pathLst>
                <a:path extrusionOk="0" h="12696" w="12696">
                  <a:moveTo>
                    <a:pt x="0" y="0"/>
                  </a:moveTo>
                  <a:cubicBezTo>
                    <a:pt x="0" y="0"/>
                    <a:pt x="0" y="0"/>
                    <a:pt x="0" y="0"/>
                  </a:cubicBez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4" name="Google Shape;264;p37"/>
            <p:cNvSpPr/>
            <p:nvPr/>
          </p:nvSpPr>
          <p:spPr>
            <a:xfrm>
              <a:off x="8755097" y="1933061"/>
              <a:ext cx="761" cy="12696"/>
            </a:xfrm>
            <a:custGeom>
              <a:rect b="b" l="l" r="r" t="t"/>
              <a:pathLst>
                <a:path extrusionOk="0" h="12696" w="761">
                  <a:moveTo>
                    <a:pt x="762" y="0"/>
                  </a:moveTo>
                  <a:lnTo>
                    <a:pt x="0" y="0"/>
                  </a:ln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5" name="Google Shape;265;p37"/>
            <p:cNvSpPr/>
            <p:nvPr/>
          </p:nvSpPr>
          <p:spPr>
            <a:xfrm>
              <a:off x="8758145" y="1935347"/>
              <a:ext cx="47" cy="762"/>
            </a:xfrm>
            <a:custGeom>
              <a:rect b="b" l="l" r="r" t="t"/>
              <a:pathLst>
                <a:path extrusionOk="0" h="762" w="47">
                  <a:moveTo>
                    <a:pt x="0" y="762"/>
                  </a:moveTo>
                  <a:lnTo>
                    <a:pt x="0" y="0"/>
                  </a:lnTo>
                  <a:cubicBezTo>
                    <a:pt x="63" y="203"/>
                    <a:pt x="63" y="432"/>
                    <a:pt x="0" y="6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6" name="Google Shape;266;p37"/>
            <p:cNvSpPr/>
            <p:nvPr/>
          </p:nvSpPr>
          <p:spPr>
            <a:xfrm>
              <a:off x="8581024" y="1889258"/>
              <a:ext cx="634" cy="761"/>
            </a:xfrm>
            <a:custGeom>
              <a:rect b="b" l="l" r="r" t="t"/>
              <a:pathLst>
                <a:path extrusionOk="0" h="761" w="634">
                  <a:moveTo>
                    <a:pt x="635" y="762"/>
                  </a:moveTo>
                  <a:lnTo>
                    <a:pt x="635" y="762"/>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7" name="Google Shape;267;p37"/>
            <p:cNvSpPr/>
            <p:nvPr/>
          </p:nvSpPr>
          <p:spPr>
            <a:xfrm>
              <a:off x="8582675" y="1816633"/>
              <a:ext cx="80624" cy="68181"/>
            </a:xfrm>
            <a:custGeom>
              <a:rect b="b" l="l" r="r" t="t"/>
              <a:pathLst>
                <a:path extrusionOk="0" h="68181" w="80624">
                  <a:moveTo>
                    <a:pt x="4698" y="65515"/>
                  </a:moveTo>
                  <a:lnTo>
                    <a:pt x="13459" y="68181"/>
                  </a:lnTo>
                  <a:lnTo>
                    <a:pt x="78212" y="15109"/>
                  </a:lnTo>
                  <a:lnTo>
                    <a:pt x="78212" y="4063"/>
                  </a:lnTo>
                  <a:cubicBezTo>
                    <a:pt x="78250" y="2374"/>
                    <a:pt x="79165" y="838"/>
                    <a:pt x="80625" y="0"/>
                  </a:cubicBezTo>
                  <a:lnTo>
                    <a:pt x="80625" y="0"/>
                  </a:lnTo>
                  <a:lnTo>
                    <a:pt x="32757" y="39233"/>
                  </a:lnTo>
                  <a:lnTo>
                    <a:pt x="0" y="66150"/>
                  </a:lnTo>
                  <a:lnTo>
                    <a:pt x="0" y="66150"/>
                  </a:lnTo>
                  <a:cubicBezTo>
                    <a:pt x="1409" y="65286"/>
                    <a:pt x="3111" y="65058"/>
                    <a:pt x="4698" y="6551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8" name="Google Shape;268;p37"/>
            <p:cNvSpPr/>
            <p:nvPr/>
          </p:nvSpPr>
          <p:spPr>
            <a:xfrm>
              <a:off x="8670283" y="1817395"/>
              <a:ext cx="12696" cy="634"/>
            </a:xfrm>
            <a:custGeom>
              <a:rect b="b" l="l" r="r" t="t"/>
              <a:pathLst>
                <a:path extrusionOk="0" h="634" w="12696">
                  <a:moveTo>
                    <a:pt x="0" y="0"/>
                  </a:moveTo>
                  <a:lnTo>
                    <a:pt x="0" y="0"/>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69" name="Google Shape;269;p37"/>
            <p:cNvSpPr/>
            <p:nvPr/>
          </p:nvSpPr>
          <p:spPr>
            <a:xfrm>
              <a:off x="8474498" y="1739183"/>
              <a:ext cx="191848" cy="67895"/>
            </a:xfrm>
            <a:custGeom>
              <a:rect b="b" l="l" r="r" t="t"/>
              <a:pathLst>
                <a:path extrusionOk="0" h="67895" w="191848">
                  <a:moveTo>
                    <a:pt x="2920" y="8634"/>
                  </a:moveTo>
                  <a:lnTo>
                    <a:pt x="635" y="10538"/>
                  </a:lnTo>
                  <a:lnTo>
                    <a:pt x="187913" y="67166"/>
                  </a:lnTo>
                  <a:lnTo>
                    <a:pt x="190071" y="67800"/>
                  </a:lnTo>
                  <a:cubicBezTo>
                    <a:pt x="190655" y="67927"/>
                    <a:pt x="191265" y="67927"/>
                    <a:pt x="191849" y="67800"/>
                  </a:cubicBezTo>
                  <a:cubicBezTo>
                    <a:pt x="188979" y="67940"/>
                    <a:pt x="186529" y="65731"/>
                    <a:pt x="186389" y="62861"/>
                  </a:cubicBezTo>
                  <a:cubicBezTo>
                    <a:pt x="186389" y="62861"/>
                    <a:pt x="186389" y="62848"/>
                    <a:pt x="186389" y="62848"/>
                  </a:cubicBezTo>
                  <a:lnTo>
                    <a:pt x="186389" y="56119"/>
                  </a:lnTo>
                  <a:lnTo>
                    <a:pt x="1016" y="0"/>
                  </a:lnTo>
                  <a:lnTo>
                    <a:pt x="0" y="0"/>
                  </a:lnTo>
                  <a:cubicBezTo>
                    <a:pt x="1155" y="165"/>
                    <a:pt x="2222" y="698"/>
                    <a:pt x="3047" y="1524"/>
                  </a:cubicBezTo>
                  <a:cubicBezTo>
                    <a:pt x="4978" y="3149"/>
                    <a:pt x="5231" y="6031"/>
                    <a:pt x="3618" y="7961"/>
                  </a:cubicBezTo>
                  <a:cubicBezTo>
                    <a:pt x="3403" y="8215"/>
                    <a:pt x="3174" y="8431"/>
                    <a:pt x="2920" y="863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0" name="Google Shape;270;p37"/>
            <p:cNvSpPr/>
            <p:nvPr/>
          </p:nvSpPr>
          <p:spPr>
            <a:xfrm>
              <a:off x="8671496" y="1803174"/>
              <a:ext cx="56" cy="761"/>
            </a:xfrm>
            <a:custGeom>
              <a:rect b="b" l="l" r="r" t="t"/>
              <a:pathLst>
                <a:path extrusionOk="0" h="761" w="56">
                  <a:moveTo>
                    <a:pt x="56" y="0"/>
                  </a:moveTo>
                  <a:lnTo>
                    <a:pt x="56" y="762"/>
                  </a:lnTo>
                  <a:lnTo>
                    <a:pt x="56" y="762"/>
                  </a:lnTo>
                  <a:cubicBezTo>
                    <a:pt x="56" y="762"/>
                    <a:pt x="-71" y="254"/>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1" name="Google Shape;271;p37"/>
            <p:cNvSpPr/>
            <p:nvPr/>
          </p:nvSpPr>
          <p:spPr>
            <a:xfrm>
              <a:off x="8253395" y="1738040"/>
              <a:ext cx="224884" cy="184356"/>
            </a:xfrm>
            <a:custGeom>
              <a:rect b="b" l="l" r="r" t="t"/>
              <a:pathLst>
                <a:path extrusionOk="0" h="184356" w="224884">
                  <a:moveTo>
                    <a:pt x="814" y="181944"/>
                  </a:moveTo>
                  <a:cubicBezTo>
                    <a:pt x="762" y="182198"/>
                    <a:pt x="762" y="182452"/>
                    <a:pt x="814" y="182705"/>
                  </a:cubicBezTo>
                  <a:cubicBezTo>
                    <a:pt x="953" y="183048"/>
                    <a:pt x="1168" y="183353"/>
                    <a:pt x="1448" y="183594"/>
                  </a:cubicBezTo>
                  <a:lnTo>
                    <a:pt x="1448" y="183594"/>
                  </a:lnTo>
                  <a:lnTo>
                    <a:pt x="1448" y="183594"/>
                  </a:lnTo>
                  <a:lnTo>
                    <a:pt x="2590" y="184356"/>
                  </a:lnTo>
                  <a:lnTo>
                    <a:pt x="3352" y="184356"/>
                  </a:lnTo>
                  <a:lnTo>
                    <a:pt x="5257" y="184356"/>
                  </a:lnTo>
                  <a:cubicBezTo>
                    <a:pt x="6540" y="184369"/>
                    <a:pt x="7783" y="183962"/>
                    <a:pt x="8813" y="183213"/>
                  </a:cubicBezTo>
                  <a:lnTo>
                    <a:pt x="16176" y="177119"/>
                  </a:lnTo>
                  <a:lnTo>
                    <a:pt x="220976" y="10411"/>
                  </a:lnTo>
                  <a:lnTo>
                    <a:pt x="223261" y="8507"/>
                  </a:lnTo>
                  <a:cubicBezTo>
                    <a:pt x="225192" y="6882"/>
                    <a:pt x="225433" y="3999"/>
                    <a:pt x="223808" y="2069"/>
                  </a:cubicBezTo>
                  <a:cubicBezTo>
                    <a:pt x="223643" y="1866"/>
                    <a:pt x="223452" y="1689"/>
                    <a:pt x="223261" y="1524"/>
                  </a:cubicBezTo>
                  <a:cubicBezTo>
                    <a:pt x="222436" y="698"/>
                    <a:pt x="221370" y="165"/>
                    <a:pt x="220214" y="0"/>
                  </a:cubicBezTo>
                  <a:lnTo>
                    <a:pt x="217294" y="0"/>
                  </a:lnTo>
                  <a:lnTo>
                    <a:pt x="216151" y="635"/>
                  </a:lnTo>
                  <a:lnTo>
                    <a:pt x="216151" y="635"/>
                  </a:lnTo>
                  <a:lnTo>
                    <a:pt x="1702" y="175341"/>
                  </a:lnTo>
                  <a:lnTo>
                    <a:pt x="1702" y="175341"/>
                  </a:lnTo>
                  <a:lnTo>
                    <a:pt x="940" y="176230"/>
                  </a:lnTo>
                  <a:cubicBezTo>
                    <a:pt x="940" y="176230"/>
                    <a:pt x="940" y="176230"/>
                    <a:pt x="940" y="176230"/>
                  </a:cubicBezTo>
                  <a:cubicBezTo>
                    <a:pt x="940" y="176230"/>
                    <a:pt x="940" y="176230"/>
                    <a:pt x="940" y="176230"/>
                  </a:cubicBezTo>
                  <a:cubicBezTo>
                    <a:pt x="940" y="176230"/>
                    <a:pt x="940" y="176865"/>
                    <a:pt x="940" y="177246"/>
                  </a:cubicBezTo>
                  <a:cubicBezTo>
                    <a:pt x="927" y="177462"/>
                    <a:pt x="927" y="177665"/>
                    <a:pt x="940" y="177881"/>
                  </a:cubicBezTo>
                  <a:lnTo>
                    <a:pt x="940" y="177881"/>
                  </a:lnTo>
                  <a:cubicBezTo>
                    <a:pt x="-216" y="178909"/>
                    <a:pt x="-317" y="180674"/>
                    <a:pt x="699" y="181829"/>
                  </a:cubicBezTo>
                  <a:cubicBezTo>
                    <a:pt x="737" y="181868"/>
                    <a:pt x="775" y="181906"/>
                    <a:pt x="814" y="18194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2" name="Google Shape;272;p37"/>
            <p:cNvSpPr/>
            <p:nvPr/>
          </p:nvSpPr>
          <p:spPr>
            <a:xfrm>
              <a:off x="4279213" y="33761"/>
              <a:ext cx="28" cy="761"/>
            </a:xfrm>
            <a:custGeom>
              <a:rect b="b" l="l" r="r" t="t"/>
              <a:pathLst>
                <a:path extrusionOk="0" h="761" w="28">
                  <a:moveTo>
                    <a:pt x="0" y="0"/>
                  </a:moveTo>
                  <a:cubicBezTo>
                    <a:pt x="38" y="254"/>
                    <a:pt x="38" y="508"/>
                    <a:pt x="0" y="762"/>
                  </a:cubicBezTo>
                  <a:cubicBezTo>
                    <a:pt x="38" y="546"/>
                    <a:pt x="38" y="343"/>
                    <a:pt x="0" y="1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3" name="Google Shape;273;p37"/>
            <p:cNvSpPr/>
            <p:nvPr/>
          </p:nvSpPr>
          <p:spPr>
            <a:xfrm>
              <a:off x="4277435" y="32619"/>
              <a:ext cx="888" cy="12696"/>
            </a:xfrm>
            <a:custGeom>
              <a:rect b="b" l="l" r="r" t="t"/>
              <a:pathLst>
                <a:path extrusionOk="0" h="12696" w="888">
                  <a:moveTo>
                    <a:pt x="0" y="0"/>
                  </a:moveTo>
                  <a:lnTo>
                    <a:pt x="889" y="0"/>
                  </a:lnTo>
                  <a:lnTo>
                    <a:pt x="88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4" name="Google Shape;274;p37"/>
            <p:cNvSpPr/>
            <p:nvPr/>
          </p:nvSpPr>
          <p:spPr>
            <a:xfrm>
              <a:off x="6079496" y="915675"/>
              <a:ext cx="42153" cy="28186"/>
            </a:xfrm>
            <a:custGeom>
              <a:rect b="b" l="l" r="r" t="t"/>
              <a:pathLst>
                <a:path extrusionOk="0" h="28186" w="42153">
                  <a:moveTo>
                    <a:pt x="42154" y="5713"/>
                  </a:moveTo>
                  <a:cubicBezTo>
                    <a:pt x="41100" y="6526"/>
                    <a:pt x="39805" y="6970"/>
                    <a:pt x="38471" y="6983"/>
                  </a:cubicBezTo>
                  <a:cubicBezTo>
                    <a:pt x="35640" y="7123"/>
                    <a:pt x="33215" y="4990"/>
                    <a:pt x="33012" y="2158"/>
                  </a:cubicBezTo>
                  <a:lnTo>
                    <a:pt x="33012" y="0"/>
                  </a:lnTo>
                  <a:lnTo>
                    <a:pt x="0" y="26917"/>
                  </a:lnTo>
                  <a:lnTo>
                    <a:pt x="2412" y="26917"/>
                  </a:lnTo>
                  <a:lnTo>
                    <a:pt x="14347" y="28187"/>
                  </a:lnTo>
                  <a:lnTo>
                    <a:pt x="42026" y="545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5" name="Google Shape;275;p37"/>
            <p:cNvSpPr/>
            <p:nvPr/>
          </p:nvSpPr>
          <p:spPr>
            <a:xfrm>
              <a:off x="4273372" y="640029"/>
              <a:ext cx="1555107" cy="478284"/>
            </a:xfrm>
            <a:custGeom>
              <a:rect b="b" l="l" r="r" t="t"/>
              <a:pathLst>
                <a:path extrusionOk="0" h="478284" w="1555107">
                  <a:moveTo>
                    <a:pt x="1555107" y="468001"/>
                  </a:moveTo>
                  <a:lnTo>
                    <a:pt x="7364" y="0"/>
                  </a:lnTo>
                  <a:lnTo>
                    <a:pt x="7364" y="3555"/>
                  </a:lnTo>
                  <a:cubicBezTo>
                    <a:pt x="7224" y="6424"/>
                    <a:pt x="4787" y="8646"/>
                    <a:pt x="1917" y="8507"/>
                  </a:cubicBezTo>
                  <a:cubicBezTo>
                    <a:pt x="1917" y="8507"/>
                    <a:pt x="1904" y="8507"/>
                    <a:pt x="1904" y="8507"/>
                  </a:cubicBezTo>
                  <a:cubicBezTo>
                    <a:pt x="1270" y="8621"/>
                    <a:pt x="635" y="8621"/>
                    <a:pt x="0" y="8507"/>
                  </a:cubicBezTo>
                  <a:lnTo>
                    <a:pt x="0" y="8507"/>
                  </a:lnTo>
                  <a:lnTo>
                    <a:pt x="1554853" y="478285"/>
                  </a:lnTo>
                  <a:lnTo>
                    <a:pt x="1554853" y="46800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6" name="Google Shape;276;p37"/>
            <p:cNvSpPr/>
            <p:nvPr/>
          </p:nvSpPr>
          <p:spPr>
            <a:xfrm>
              <a:off x="5859333" y="505190"/>
              <a:ext cx="10538" cy="511423"/>
            </a:xfrm>
            <a:custGeom>
              <a:rect b="b" l="l" r="r" t="t"/>
              <a:pathLst>
                <a:path extrusionOk="0" h="511423" w="10538">
                  <a:moveTo>
                    <a:pt x="10538" y="488569"/>
                  </a:moveTo>
                  <a:lnTo>
                    <a:pt x="10538" y="0"/>
                  </a:lnTo>
                  <a:lnTo>
                    <a:pt x="8761" y="1397"/>
                  </a:lnTo>
                  <a:lnTo>
                    <a:pt x="8761" y="1397"/>
                  </a:lnTo>
                  <a:cubicBezTo>
                    <a:pt x="7834" y="2171"/>
                    <a:pt x="6666" y="2577"/>
                    <a:pt x="5460" y="2539"/>
                  </a:cubicBezTo>
                  <a:cubicBezTo>
                    <a:pt x="4876" y="2666"/>
                    <a:pt x="4266" y="2666"/>
                    <a:pt x="3682" y="2539"/>
                  </a:cubicBezTo>
                  <a:lnTo>
                    <a:pt x="0" y="1524"/>
                  </a:lnTo>
                  <a:lnTo>
                    <a:pt x="0" y="511423"/>
                  </a:lnTo>
                  <a:lnTo>
                    <a:pt x="0" y="51053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7" name="Google Shape;277;p37"/>
            <p:cNvSpPr/>
            <p:nvPr/>
          </p:nvSpPr>
          <p:spPr>
            <a:xfrm>
              <a:off x="5864538" y="506714"/>
              <a:ext cx="3301" cy="1145"/>
            </a:xfrm>
            <a:custGeom>
              <a:rect b="b" l="l" r="r" t="t"/>
              <a:pathLst>
                <a:path extrusionOk="0" h="1145" w="3301">
                  <a:moveTo>
                    <a:pt x="3301" y="0"/>
                  </a:moveTo>
                  <a:cubicBezTo>
                    <a:pt x="2362" y="736"/>
                    <a:pt x="1193" y="1130"/>
                    <a:pt x="0" y="1143"/>
                  </a:cubicBezTo>
                  <a:cubicBezTo>
                    <a:pt x="1206" y="1181"/>
                    <a:pt x="2374" y="775"/>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8" name="Google Shape;278;p37"/>
            <p:cNvSpPr/>
            <p:nvPr/>
          </p:nvSpPr>
          <p:spPr>
            <a:xfrm>
              <a:off x="4269524" y="17651"/>
              <a:ext cx="1595014" cy="490224"/>
            </a:xfrm>
            <a:custGeom>
              <a:rect b="b" l="l" r="r" t="t"/>
              <a:pathLst>
                <a:path extrusionOk="0" h="490224" w="1595014">
                  <a:moveTo>
                    <a:pt x="1595015" y="490205"/>
                  </a:moveTo>
                  <a:cubicBezTo>
                    <a:pt x="1593516" y="490231"/>
                    <a:pt x="1592069" y="489685"/>
                    <a:pt x="1590952" y="488681"/>
                  </a:cubicBezTo>
                  <a:cubicBezTo>
                    <a:pt x="1589022" y="486942"/>
                    <a:pt x="1588869" y="483971"/>
                    <a:pt x="1590609" y="482041"/>
                  </a:cubicBezTo>
                  <a:cubicBezTo>
                    <a:pt x="1590711" y="481927"/>
                    <a:pt x="1590825" y="481813"/>
                    <a:pt x="1590952" y="481698"/>
                  </a:cubicBezTo>
                  <a:lnTo>
                    <a:pt x="1593364" y="479794"/>
                  </a:lnTo>
                  <a:lnTo>
                    <a:pt x="10070" y="1128"/>
                  </a:lnTo>
                  <a:lnTo>
                    <a:pt x="7150" y="239"/>
                  </a:lnTo>
                  <a:cubicBezTo>
                    <a:pt x="4395" y="-586"/>
                    <a:pt x="1449" y="785"/>
                    <a:pt x="293" y="3413"/>
                  </a:cubicBezTo>
                  <a:cubicBezTo>
                    <a:pt x="-608" y="5851"/>
                    <a:pt x="636" y="8543"/>
                    <a:pt x="3074" y="9444"/>
                  </a:cubicBezTo>
                  <a:cubicBezTo>
                    <a:pt x="3290" y="9521"/>
                    <a:pt x="3506" y="9584"/>
                    <a:pt x="3721" y="9635"/>
                  </a:cubicBezTo>
                  <a:lnTo>
                    <a:pt x="10705" y="11666"/>
                  </a:lnTo>
                  <a:lnTo>
                    <a:pt x="1030768" y="319688"/>
                  </a:lnTo>
                  <a:lnTo>
                    <a:pt x="1589428" y="488935"/>
                  </a:lnTo>
                  <a:lnTo>
                    <a:pt x="1593110" y="489951"/>
                  </a:lnTo>
                  <a:cubicBezTo>
                    <a:pt x="1593720" y="490180"/>
                    <a:pt x="1594367" y="490269"/>
                    <a:pt x="1595015" y="49020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79" name="Google Shape;279;p37"/>
            <p:cNvSpPr/>
            <p:nvPr/>
          </p:nvSpPr>
          <p:spPr>
            <a:xfrm>
              <a:off x="6122792" y="293917"/>
              <a:ext cx="28" cy="761"/>
            </a:xfrm>
            <a:custGeom>
              <a:rect b="b" l="l" r="r" t="t"/>
              <a:pathLst>
                <a:path extrusionOk="0" h="761" w="28">
                  <a:moveTo>
                    <a:pt x="0" y="762"/>
                  </a:moveTo>
                  <a:cubicBezTo>
                    <a:pt x="38" y="508"/>
                    <a:pt x="38" y="254"/>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0" name="Google Shape;280;p37"/>
            <p:cNvSpPr/>
            <p:nvPr/>
          </p:nvSpPr>
          <p:spPr>
            <a:xfrm>
              <a:off x="6123300" y="295694"/>
              <a:ext cx="12696" cy="888"/>
            </a:xfrm>
            <a:custGeom>
              <a:rect b="b" l="l" r="r" t="t"/>
              <a:pathLst>
                <a:path extrusionOk="0" h="888" w="12696">
                  <a:moveTo>
                    <a:pt x="0" y="889"/>
                  </a:moveTo>
                  <a:cubicBezTo>
                    <a:pt x="0" y="889"/>
                    <a:pt x="0" y="889"/>
                    <a:pt x="0" y="0"/>
                  </a:cubicBezTo>
                  <a:lnTo>
                    <a:pt x="0" y="0"/>
                  </a:lnTo>
                  <a:cubicBezTo>
                    <a:pt x="0" y="0"/>
                    <a:pt x="0" y="635"/>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1" name="Google Shape;281;p37"/>
            <p:cNvSpPr/>
            <p:nvPr/>
          </p:nvSpPr>
          <p:spPr>
            <a:xfrm>
              <a:off x="6120760" y="293155"/>
              <a:ext cx="888" cy="12696"/>
            </a:xfrm>
            <a:custGeom>
              <a:rect b="b" l="l" r="r" t="t"/>
              <a:pathLst>
                <a:path extrusionOk="0" h="12696" w="888">
                  <a:moveTo>
                    <a:pt x="889"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2" name="Google Shape;282;p37"/>
            <p:cNvSpPr/>
            <p:nvPr/>
          </p:nvSpPr>
          <p:spPr>
            <a:xfrm>
              <a:off x="6119237" y="292012"/>
              <a:ext cx="888" cy="12696"/>
            </a:xfrm>
            <a:custGeom>
              <a:rect b="b" l="l" r="r" t="t"/>
              <a:pathLst>
                <a:path extrusionOk="0" h="12696" w="888">
                  <a:moveTo>
                    <a:pt x="0" y="0"/>
                  </a:moveTo>
                  <a:lnTo>
                    <a:pt x="889"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3" name="Google Shape;283;p37"/>
            <p:cNvSpPr/>
            <p:nvPr/>
          </p:nvSpPr>
          <p:spPr>
            <a:xfrm>
              <a:off x="6121141" y="293409"/>
              <a:ext cx="761" cy="12696"/>
            </a:xfrm>
            <a:custGeom>
              <a:rect b="b" l="l" r="r" t="t"/>
              <a:pathLst>
                <a:path extrusionOk="0" h="12696" w="761">
                  <a:moveTo>
                    <a:pt x="762" y="0"/>
                  </a:moveTo>
                  <a:lnTo>
                    <a:pt x="762"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4" name="Google Shape;284;p37"/>
            <p:cNvSpPr/>
            <p:nvPr/>
          </p:nvSpPr>
          <p:spPr>
            <a:xfrm>
              <a:off x="6117205" y="291885"/>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5" name="Google Shape;285;p37"/>
            <p:cNvSpPr/>
            <p:nvPr/>
          </p:nvSpPr>
          <p:spPr>
            <a:xfrm>
              <a:off x="6122919" y="294933"/>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6" name="Google Shape;286;p37"/>
            <p:cNvSpPr/>
            <p:nvPr/>
          </p:nvSpPr>
          <p:spPr>
            <a:xfrm>
              <a:off x="6112507" y="296710"/>
              <a:ext cx="10468" cy="625319"/>
            </a:xfrm>
            <a:custGeom>
              <a:rect b="b" l="l" r="r" t="t"/>
              <a:pathLst>
                <a:path extrusionOk="0" h="625319" w="10468">
                  <a:moveTo>
                    <a:pt x="9015" y="3682"/>
                  </a:moveTo>
                  <a:lnTo>
                    <a:pt x="0" y="11046"/>
                  </a:lnTo>
                  <a:lnTo>
                    <a:pt x="0" y="620488"/>
                  </a:lnTo>
                  <a:cubicBezTo>
                    <a:pt x="203" y="623319"/>
                    <a:pt x="2628" y="625452"/>
                    <a:pt x="5460" y="625313"/>
                  </a:cubicBezTo>
                  <a:cubicBezTo>
                    <a:pt x="6793" y="625300"/>
                    <a:pt x="8088" y="624856"/>
                    <a:pt x="9142" y="624043"/>
                  </a:cubicBezTo>
                  <a:lnTo>
                    <a:pt x="9776" y="623154"/>
                  </a:lnTo>
                  <a:lnTo>
                    <a:pt x="10411" y="622393"/>
                  </a:lnTo>
                  <a:cubicBezTo>
                    <a:pt x="10411" y="622393"/>
                    <a:pt x="10411" y="622393"/>
                    <a:pt x="10411" y="621631"/>
                  </a:cubicBezTo>
                  <a:cubicBezTo>
                    <a:pt x="10487" y="621300"/>
                    <a:pt x="10487" y="620945"/>
                    <a:pt x="10411" y="620615"/>
                  </a:cubicBezTo>
                  <a:lnTo>
                    <a:pt x="10411" y="620615"/>
                  </a:lnTo>
                  <a:lnTo>
                    <a:pt x="10411" y="0"/>
                  </a:lnTo>
                  <a:lnTo>
                    <a:pt x="10411" y="0"/>
                  </a:lnTo>
                  <a:cubicBezTo>
                    <a:pt x="10411" y="0"/>
                    <a:pt x="10411" y="0"/>
                    <a:pt x="10411" y="0"/>
                  </a:cubicBezTo>
                  <a:cubicBezTo>
                    <a:pt x="10526" y="1371"/>
                    <a:pt x="10018" y="2730"/>
                    <a:pt x="9015" y="368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7" name="Google Shape;287;p37"/>
            <p:cNvSpPr/>
            <p:nvPr/>
          </p:nvSpPr>
          <p:spPr>
            <a:xfrm>
              <a:off x="5861334" y="293663"/>
              <a:ext cx="261899" cy="214829"/>
            </a:xfrm>
            <a:custGeom>
              <a:rect b="b" l="l" r="r" t="t"/>
              <a:pathLst>
                <a:path extrusionOk="0" h="214829" w="261899">
                  <a:moveTo>
                    <a:pt x="260188" y="6729"/>
                  </a:moveTo>
                  <a:cubicBezTo>
                    <a:pt x="261483" y="5701"/>
                    <a:pt x="262105" y="4050"/>
                    <a:pt x="261839" y="2412"/>
                  </a:cubicBezTo>
                  <a:lnTo>
                    <a:pt x="261839" y="2412"/>
                  </a:lnTo>
                  <a:lnTo>
                    <a:pt x="261839" y="1651"/>
                  </a:lnTo>
                  <a:lnTo>
                    <a:pt x="261839" y="762"/>
                  </a:lnTo>
                  <a:lnTo>
                    <a:pt x="261839" y="762"/>
                  </a:lnTo>
                  <a:cubicBezTo>
                    <a:pt x="261839" y="762"/>
                    <a:pt x="261839" y="762"/>
                    <a:pt x="261839" y="762"/>
                  </a:cubicBezTo>
                  <a:lnTo>
                    <a:pt x="261839" y="762"/>
                  </a:lnTo>
                  <a:lnTo>
                    <a:pt x="260823" y="0"/>
                  </a:lnTo>
                  <a:lnTo>
                    <a:pt x="260823" y="0"/>
                  </a:lnTo>
                  <a:lnTo>
                    <a:pt x="260823" y="0"/>
                  </a:lnTo>
                  <a:lnTo>
                    <a:pt x="260823" y="0"/>
                  </a:lnTo>
                  <a:lnTo>
                    <a:pt x="259934" y="0"/>
                  </a:lnTo>
                  <a:lnTo>
                    <a:pt x="257903" y="0"/>
                  </a:lnTo>
                  <a:lnTo>
                    <a:pt x="256760" y="0"/>
                  </a:lnTo>
                  <a:lnTo>
                    <a:pt x="255744" y="0"/>
                  </a:lnTo>
                  <a:lnTo>
                    <a:pt x="254982" y="0"/>
                  </a:lnTo>
                  <a:lnTo>
                    <a:pt x="248126" y="5713"/>
                  </a:lnTo>
                  <a:lnTo>
                    <a:pt x="3966" y="204417"/>
                  </a:lnTo>
                  <a:lnTo>
                    <a:pt x="1554" y="206321"/>
                  </a:lnTo>
                  <a:cubicBezTo>
                    <a:pt x="-376" y="208061"/>
                    <a:pt x="-529" y="211032"/>
                    <a:pt x="1211" y="212962"/>
                  </a:cubicBezTo>
                  <a:cubicBezTo>
                    <a:pt x="1312" y="213076"/>
                    <a:pt x="1427" y="213190"/>
                    <a:pt x="1554" y="213305"/>
                  </a:cubicBezTo>
                  <a:cubicBezTo>
                    <a:pt x="2671" y="214308"/>
                    <a:pt x="4118" y="214854"/>
                    <a:pt x="5617" y="214828"/>
                  </a:cubicBezTo>
                  <a:cubicBezTo>
                    <a:pt x="6810" y="214816"/>
                    <a:pt x="7978" y="214422"/>
                    <a:pt x="8918" y="213686"/>
                  </a:cubicBezTo>
                  <a:lnTo>
                    <a:pt x="8918" y="213686"/>
                  </a:lnTo>
                  <a:lnTo>
                    <a:pt x="10695" y="212289"/>
                  </a:lnTo>
                  <a:lnTo>
                    <a:pt x="251554" y="1409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8" name="Google Shape;288;p37"/>
            <p:cNvSpPr/>
            <p:nvPr/>
          </p:nvSpPr>
          <p:spPr>
            <a:xfrm>
              <a:off x="3883199" y="337340"/>
              <a:ext cx="253936" cy="212162"/>
            </a:xfrm>
            <a:custGeom>
              <a:rect b="b" l="l" r="r" t="t"/>
              <a:pathLst>
                <a:path extrusionOk="0" h="212162" w="253936">
                  <a:moveTo>
                    <a:pt x="244160" y="2158"/>
                  </a:moveTo>
                  <a:lnTo>
                    <a:pt x="244160" y="0"/>
                  </a:lnTo>
                  <a:lnTo>
                    <a:pt x="1524" y="197561"/>
                  </a:lnTo>
                  <a:lnTo>
                    <a:pt x="1524" y="208480"/>
                  </a:lnTo>
                  <a:cubicBezTo>
                    <a:pt x="1524" y="208480"/>
                    <a:pt x="1524" y="208480"/>
                    <a:pt x="1524" y="209242"/>
                  </a:cubicBezTo>
                  <a:cubicBezTo>
                    <a:pt x="1587" y="209496"/>
                    <a:pt x="1587" y="209750"/>
                    <a:pt x="1524" y="210003"/>
                  </a:cubicBezTo>
                  <a:lnTo>
                    <a:pt x="1524" y="210003"/>
                  </a:lnTo>
                  <a:cubicBezTo>
                    <a:pt x="1206" y="210842"/>
                    <a:pt x="685" y="211591"/>
                    <a:pt x="0" y="212162"/>
                  </a:cubicBezTo>
                  <a:lnTo>
                    <a:pt x="0" y="212162"/>
                  </a:lnTo>
                  <a:lnTo>
                    <a:pt x="253937" y="5841"/>
                  </a:lnTo>
                  <a:lnTo>
                    <a:pt x="253937" y="5841"/>
                  </a:lnTo>
                  <a:cubicBezTo>
                    <a:pt x="252921" y="6742"/>
                    <a:pt x="251613" y="7237"/>
                    <a:pt x="250254" y="7237"/>
                  </a:cubicBezTo>
                  <a:cubicBezTo>
                    <a:pt x="247423" y="7732"/>
                    <a:pt x="244731" y="5828"/>
                    <a:pt x="244236" y="2996"/>
                  </a:cubicBezTo>
                  <a:cubicBezTo>
                    <a:pt x="244185" y="2717"/>
                    <a:pt x="244160" y="2438"/>
                    <a:pt x="244160" y="215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89" name="Google Shape;289;p37"/>
            <p:cNvSpPr/>
            <p:nvPr/>
          </p:nvSpPr>
          <p:spPr>
            <a:xfrm>
              <a:off x="3884468" y="546581"/>
              <a:ext cx="57" cy="888"/>
            </a:xfrm>
            <a:custGeom>
              <a:rect b="b" l="l" r="r" t="t"/>
              <a:pathLst>
                <a:path extrusionOk="0" h="888" w="57">
                  <a:moveTo>
                    <a:pt x="0" y="762"/>
                  </a:moveTo>
                  <a:cubicBezTo>
                    <a:pt x="64" y="508"/>
                    <a:pt x="64" y="254"/>
                    <a:pt x="0" y="0"/>
                  </a:cubicBezTo>
                  <a:cubicBezTo>
                    <a:pt x="76" y="292"/>
                    <a:pt x="76" y="597"/>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0" name="Google Shape;290;p37"/>
            <p:cNvSpPr/>
            <p:nvPr/>
          </p:nvSpPr>
          <p:spPr>
            <a:xfrm>
              <a:off x="2014803" y="-12696"/>
              <a:ext cx="1865222" cy="563292"/>
            </a:xfrm>
            <a:custGeom>
              <a:rect b="b" l="l" r="r" t="t"/>
              <a:pathLst>
                <a:path extrusionOk="0" h="563292" w="1865222">
                  <a:moveTo>
                    <a:pt x="0" y="0"/>
                  </a:moveTo>
                  <a:lnTo>
                    <a:pt x="34554" y="0"/>
                  </a:lnTo>
                  <a:lnTo>
                    <a:pt x="1859128" y="551786"/>
                  </a:lnTo>
                  <a:lnTo>
                    <a:pt x="1859128" y="558515"/>
                  </a:lnTo>
                  <a:cubicBezTo>
                    <a:pt x="1859140" y="558680"/>
                    <a:pt x="1859166" y="558833"/>
                    <a:pt x="1859191" y="558998"/>
                  </a:cubicBezTo>
                  <a:cubicBezTo>
                    <a:pt x="1859686" y="561829"/>
                    <a:pt x="1862390" y="563708"/>
                    <a:pt x="1865222" y="563213"/>
                  </a:cubicBezTo>
                  <a:lnTo>
                    <a:pt x="1863444" y="56321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1" name="Google Shape;291;p37"/>
            <p:cNvSpPr/>
            <p:nvPr/>
          </p:nvSpPr>
          <p:spPr>
            <a:xfrm>
              <a:off x="3874057" y="-12696"/>
              <a:ext cx="10538" cy="563600"/>
            </a:xfrm>
            <a:custGeom>
              <a:rect b="b" l="l" r="r" t="t"/>
              <a:pathLst>
                <a:path extrusionOk="0" h="563600" w="10538">
                  <a:moveTo>
                    <a:pt x="0" y="0"/>
                  </a:moveTo>
                  <a:lnTo>
                    <a:pt x="10538" y="0"/>
                  </a:lnTo>
                  <a:lnTo>
                    <a:pt x="10538" y="558515"/>
                  </a:lnTo>
                  <a:cubicBezTo>
                    <a:pt x="10538" y="559277"/>
                    <a:pt x="10538" y="559277"/>
                    <a:pt x="10538" y="559277"/>
                  </a:cubicBezTo>
                  <a:cubicBezTo>
                    <a:pt x="10475" y="559785"/>
                    <a:pt x="10208" y="560255"/>
                    <a:pt x="9776" y="560547"/>
                  </a:cubicBezTo>
                  <a:cubicBezTo>
                    <a:pt x="9459" y="561385"/>
                    <a:pt x="8938" y="562134"/>
                    <a:pt x="8253" y="562705"/>
                  </a:cubicBezTo>
                  <a:cubicBezTo>
                    <a:pt x="7415" y="563239"/>
                    <a:pt x="6450" y="563556"/>
                    <a:pt x="5460" y="563594"/>
                  </a:cubicBezTo>
                  <a:cubicBezTo>
                    <a:pt x="5460" y="563594"/>
                    <a:pt x="5447" y="563594"/>
                    <a:pt x="5447" y="563594"/>
                  </a:cubicBezTo>
                  <a:cubicBezTo>
                    <a:pt x="2577" y="563734"/>
                    <a:pt x="139" y="561512"/>
                    <a:pt x="0" y="55864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2" name="Google Shape;292;p37"/>
            <p:cNvSpPr/>
            <p:nvPr/>
          </p:nvSpPr>
          <p:spPr>
            <a:xfrm>
              <a:off x="7759412" y="1077164"/>
              <a:ext cx="54898" cy="40007"/>
            </a:xfrm>
            <a:custGeom>
              <a:rect b="b" l="l" r="r" t="t"/>
              <a:pathLst>
                <a:path extrusionOk="0" h="40007" w="54898">
                  <a:moveTo>
                    <a:pt x="54850" y="7631"/>
                  </a:moveTo>
                  <a:lnTo>
                    <a:pt x="54850" y="7631"/>
                  </a:lnTo>
                  <a:lnTo>
                    <a:pt x="54850" y="6742"/>
                  </a:lnTo>
                  <a:lnTo>
                    <a:pt x="54850" y="6742"/>
                  </a:lnTo>
                  <a:cubicBezTo>
                    <a:pt x="54850" y="6742"/>
                    <a:pt x="54850" y="6742"/>
                    <a:pt x="54850" y="5980"/>
                  </a:cubicBezTo>
                  <a:cubicBezTo>
                    <a:pt x="54914" y="5599"/>
                    <a:pt x="54914" y="5218"/>
                    <a:pt x="54850" y="4837"/>
                  </a:cubicBezTo>
                  <a:cubicBezTo>
                    <a:pt x="54863" y="3555"/>
                    <a:pt x="54355" y="2323"/>
                    <a:pt x="53454" y="1409"/>
                  </a:cubicBezTo>
                  <a:cubicBezTo>
                    <a:pt x="51270" y="-470"/>
                    <a:pt x="48019" y="-470"/>
                    <a:pt x="45835" y="1409"/>
                  </a:cubicBezTo>
                  <a:lnTo>
                    <a:pt x="44058" y="2933"/>
                  </a:lnTo>
                  <a:lnTo>
                    <a:pt x="0" y="38738"/>
                  </a:lnTo>
                  <a:lnTo>
                    <a:pt x="4063" y="38738"/>
                  </a:lnTo>
                  <a:lnTo>
                    <a:pt x="15998" y="40007"/>
                  </a:lnTo>
                  <a:lnTo>
                    <a:pt x="54723" y="864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3" name="Google Shape;293;p37"/>
            <p:cNvSpPr/>
            <p:nvPr/>
          </p:nvSpPr>
          <p:spPr>
            <a:xfrm>
              <a:off x="7050022" y="925959"/>
              <a:ext cx="19" cy="888"/>
            </a:xfrm>
            <a:custGeom>
              <a:rect b="b" l="l" r="r" t="t"/>
              <a:pathLst>
                <a:path extrusionOk="0" h="888" w="19">
                  <a:moveTo>
                    <a:pt x="19" y="0"/>
                  </a:moveTo>
                  <a:cubicBezTo>
                    <a:pt x="-6" y="292"/>
                    <a:pt x="-6" y="597"/>
                    <a:pt x="19" y="889"/>
                  </a:cubicBezTo>
                  <a:lnTo>
                    <a:pt x="19" y="2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4" name="Google Shape;294;p37"/>
            <p:cNvSpPr/>
            <p:nvPr/>
          </p:nvSpPr>
          <p:spPr>
            <a:xfrm>
              <a:off x="7050120" y="928371"/>
              <a:ext cx="10966" cy="114143"/>
            </a:xfrm>
            <a:custGeom>
              <a:rect b="b" l="l" r="r" t="t"/>
              <a:pathLst>
                <a:path extrusionOk="0" h="114143" w="10966">
                  <a:moveTo>
                    <a:pt x="2968" y="4825"/>
                  </a:moveTo>
                  <a:cubicBezTo>
                    <a:pt x="2219" y="4672"/>
                    <a:pt x="1508" y="4317"/>
                    <a:pt x="937" y="3809"/>
                  </a:cubicBezTo>
                  <a:lnTo>
                    <a:pt x="937" y="3809"/>
                  </a:lnTo>
                  <a:cubicBezTo>
                    <a:pt x="937" y="3809"/>
                    <a:pt x="937" y="3809"/>
                    <a:pt x="937" y="3809"/>
                  </a:cubicBezTo>
                  <a:lnTo>
                    <a:pt x="48" y="2920"/>
                  </a:lnTo>
                  <a:cubicBezTo>
                    <a:pt x="60" y="2628"/>
                    <a:pt x="60" y="2323"/>
                    <a:pt x="48" y="2032"/>
                  </a:cubicBezTo>
                  <a:cubicBezTo>
                    <a:pt x="10" y="1739"/>
                    <a:pt x="10" y="1435"/>
                    <a:pt x="48" y="1143"/>
                  </a:cubicBezTo>
                  <a:cubicBezTo>
                    <a:pt x="-16" y="762"/>
                    <a:pt x="-16" y="381"/>
                    <a:pt x="48" y="0"/>
                  </a:cubicBezTo>
                  <a:lnTo>
                    <a:pt x="48" y="0"/>
                  </a:lnTo>
                  <a:cubicBezTo>
                    <a:pt x="-16" y="203"/>
                    <a:pt x="-16" y="432"/>
                    <a:pt x="48" y="635"/>
                  </a:cubicBezTo>
                  <a:lnTo>
                    <a:pt x="48" y="114143"/>
                  </a:lnTo>
                  <a:lnTo>
                    <a:pt x="6142" y="114143"/>
                  </a:lnTo>
                  <a:lnTo>
                    <a:pt x="10967" y="114143"/>
                  </a:lnTo>
                  <a:lnTo>
                    <a:pt x="10967" y="609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5" name="Google Shape;295;p37"/>
            <p:cNvSpPr/>
            <p:nvPr/>
          </p:nvSpPr>
          <p:spPr>
            <a:xfrm>
              <a:off x="7570992" y="1066258"/>
              <a:ext cx="10791" cy="29710"/>
            </a:xfrm>
            <a:custGeom>
              <a:rect b="b" l="l" r="r" t="t"/>
              <a:pathLst>
                <a:path extrusionOk="0" h="29710" w="10791">
                  <a:moveTo>
                    <a:pt x="8761" y="1904"/>
                  </a:moveTo>
                  <a:lnTo>
                    <a:pt x="8761" y="1904"/>
                  </a:lnTo>
                  <a:cubicBezTo>
                    <a:pt x="7745" y="2603"/>
                    <a:pt x="6564" y="2996"/>
                    <a:pt x="5332" y="3047"/>
                  </a:cubicBezTo>
                  <a:lnTo>
                    <a:pt x="3936" y="3047"/>
                  </a:lnTo>
                  <a:lnTo>
                    <a:pt x="0" y="2032"/>
                  </a:lnTo>
                  <a:lnTo>
                    <a:pt x="0" y="29075"/>
                  </a:lnTo>
                  <a:lnTo>
                    <a:pt x="5967" y="29710"/>
                  </a:lnTo>
                  <a:lnTo>
                    <a:pt x="10792" y="29710"/>
                  </a:ln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6" name="Google Shape;296;p37"/>
            <p:cNvSpPr/>
            <p:nvPr/>
          </p:nvSpPr>
          <p:spPr>
            <a:xfrm>
              <a:off x="7049406" y="927102"/>
              <a:ext cx="12696" cy="761"/>
            </a:xfrm>
            <a:custGeom>
              <a:rect b="b" l="l" r="r" t="t"/>
              <a:pathLst>
                <a:path extrusionOk="0" h="761" w="12696">
                  <a:moveTo>
                    <a:pt x="0" y="0"/>
                  </a:moveTo>
                  <a:lnTo>
                    <a:pt x="0" y="0"/>
                  </a:lnTo>
                  <a:lnTo>
                    <a:pt x="0" y="762"/>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7" name="Google Shape;297;p37"/>
            <p:cNvSpPr/>
            <p:nvPr/>
          </p:nvSpPr>
          <p:spPr>
            <a:xfrm>
              <a:off x="7050549" y="925324"/>
              <a:ext cx="12696" cy="634"/>
            </a:xfrm>
            <a:custGeom>
              <a:rect b="b" l="l" r="r" t="t"/>
              <a:pathLst>
                <a:path extrusionOk="0" h="634" w="12696">
                  <a:moveTo>
                    <a:pt x="0" y="0"/>
                  </a:moveTo>
                  <a:lnTo>
                    <a:pt x="0" y="635"/>
                  </a:lnTo>
                  <a:lnTo>
                    <a:pt x="0" y="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8" name="Google Shape;298;p37"/>
            <p:cNvSpPr/>
            <p:nvPr/>
          </p:nvSpPr>
          <p:spPr>
            <a:xfrm>
              <a:off x="7576070" y="1068289"/>
              <a:ext cx="3428" cy="1142"/>
            </a:xfrm>
            <a:custGeom>
              <a:rect b="b" l="l" r="r" t="t"/>
              <a:pathLst>
                <a:path extrusionOk="0" h="1142" w="3428">
                  <a:moveTo>
                    <a:pt x="3428" y="0"/>
                  </a:moveTo>
                  <a:cubicBezTo>
                    <a:pt x="2412" y="698"/>
                    <a:pt x="1231" y="1092"/>
                    <a:pt x="0" y="1143"/>
                  </a:cubicBezTo>
                  <a:cubicBezTo>
                    <a:pt x="1231" y="1092"/>
                    <a:pt x="2412" y="698"/>
                    <a:pt x="342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299" name="Google Shape;299;p37"/>
            <p:cNvSpPr/>
            <p:nvPr/>
          </p:nvSpPr>
          <p:spPr>
            <a:xfrm>
              <a:off x="7051565" y="926213"/>
              <a:ext cx="525014" cy="143218"/>
            </a:xfrm>
            <a:custGeom>
              <a:rect b="b" l="l" r="r" t="t"/>
              <a:pathLst>
                <a:path extrusionOk="0" h="143218" w="525014">
                  <a:moveTo>
                    <a:pt x="521459" y="134839"/>
                  </a:moveTo>
                  <a:lnTo>
                    <a:pt x="523617" y="133061"/>
                  </a:lnTo>
                  <a:lnTo>
                    <a:pt x="13204" y="0"/>
                  </a:lnTo>
                  <a:lnTo>
                    <a:pt x="7619" y="5840"/>
                  </a:lnTo>
                  <a:cubicBezTo>
                    <a:pt x="6526" y="6894"/>
                    <a:pt x="5079" y="7491"/>
                    <a:pt x="3555" y="7491"/>
                  </a:cubicBezTo>
                  <a:cubicBezTo>
                    <a:pt x="2260" y="7453"/>
                    <a:pt x="1016" y="7009"/>
                    <a:pt x="0" y="6221"/>
                  </a:cubicBezTo>
                  <a:cubicBezTo>
                    <a:pt x="584" y="6729"/>
                    <a:pt x="1283" y="7085"/>
                    <a:pt x="2032" y="7237"/>
                  </a:cubicBezTo>
                  <a:lnTo>
                    <a:pt x="9015" y="9015"/>
                  </a:lnTo>
                  <a:lnTo>
                    <a:pt x="519681" y="142203"/>
                  </a:lnTo>
                  <a:lnTo>
                    <a:pt x="523617" y="143219"/>
                  </a:lnTo>
                  <a:lnTo>
                    <a:pt x="525014" y="143219"/>
                  </a:lnTo>
                  <a:cubicBezTo>
                    <a:pt x="523541" y="143181"/>
                    <a:pt x="522131" y="142597"/>
                    <a:pt x="521077" y="141568"/>
                  </a:cubicBezTo>
                  <a:cubicBezTo>
                    <a:pt x="519313" y="139765"/>
                    <a:pt x="519351" y="136870"/>
                    <a:pt x="521167" y="135106"/>
                  </a:cubicBezTo>
                  <a:cubicBezTo>
                    <a:pt x="521256" y="135017"/>
                    <a:pt x="521357" y="134928"/>
                    <a:pt x="521459" y="13483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0" name="Google Shape;300;p37"/>
            <p:cNvSpPr/>
            <p:nvPr/>
          </p:nvSpPr>
          <p:spPr>
            <a:xfrm>
              <a:off x="7049251" y="705163"/>
              <a:ext cx="222820" cy="227778"/>
            </a:xfrm>
            <a:custGeom>
              <a:rect b="b" l="l" r="r" t="t"/>
              <a:pathLst>
                <a:path extrusionOk="0" h="227778" w="222820">
                  <a:moveTo>
                    <a:pt x="28" y="223843"/>
                  </a:moveTo>
                  <a:cubicBezTo>
                    <a:pt x="-9" y="224135"/>
                    <a:pt x="-9" y="224440"/>
                    <a:pt x="28" y="224732"/>
                  </a:cubicBezTo>
                  <a:cubicBezTo>
                    <a:pt x="41" y="225024"/>
                    <a:pt x="41" y="225328"/>
                    <a:pt x="28" y="225621"/>
                  </a:cubicBezTo>
                  <a:lnTo>
                    <a:pt x="917" y="226509"/>
                  </a:lnTo>
                  <a:cubicBezTo>
                    <a:pt x="917" y="226509"/>
                    <a:pt x="917" y="226509"/>
                    <a:pt x="917" y="226509"/>
                  </a:cubicBezTo>
                  <a:lnTo>
                    <a:pt x="917" y="226509"/>
                  </a:lnTo>
                  <a:cubicBezTo>
                    <a:pt x="1933" y="227296"/>
                    <a:pt x="3177" y="227741"/>
                    <a:pt x="4472" y="227779"/>
                  </a:cubicBezTo>
                  <a:cubicBezTo>
                    <a:pt x="5996" y="227779"/>
                    <a:pt x="7443" y="227182"/>
                    <a:pt x="8535" y="226128"/>
                  </a:cubicBezTo>
                  <a:lnTo>
                    <a:pt x="14122" y="220288"/>
                  </a:lnTo>
                  <a:lnTo>
                    <a:pt x="219049" y="10284"/>
                  </a:lnTo>
                  <a:lnTo>
                    <a:pt x="219049" y="10284"/>
                  </a:lnTo>
                  <a:lnTo>
                    <a:pt x="221207" y="7999"/>
                  </a:lnTo>
                  <a:cubicBezTo>
                    <a:pt x="223099" y="6437"/>
                    <a:pt x="223366" y="3631"/>
                    <a:pt x="221804" y="1739"/>
                  </a:cubicBezTo>
                  <a:cubicBezTo>
                    <a:pt x="221626" y="1524"/>
                    <a:pt x="221423" y="1321"/>
                    <a:pt x="221207" y="1143"/>
                  </a:cubicBezTo>
                  <a:cubicBezTo>
                    <a:pt x="220331" y="457"/>
                    <a:pt x="219265" y="51"/>
                    <a:pt x="218160" y="0"/>
                  </a:cubicBezTo>
                  <a:lnTo>
                    <a:pt x="217144" y="0"/>
                  </a:lnTo>
                  <a:lnTo>
                    <a:pt x="216002" y="0"/>
                  </a:lnTo>
                  <a:lnTo>
                    <a:pt x="215113" y="0"/>
                  </a:lnTo>
                  <a:cubicBezTo>
                    <a:pt x="214719" y="165"/>
                    <a:pt x="214363" y="432"/>
                    <a:pt x="214097" y="762"/>
                  </a:cubicBezTo>
                  <a:lnTo>
                    <a:pt x="214097" y="762"/>
                  </a:lnTo>
                  <a:lnTo>
                    <a:pt x="1933" y="219526"/>
                  </a:lnTo>
                  <a:lnTo>
                    <a:pt x="1933" y="219526"/>
                  </a:lnTo>
                  <a:lnTo>
                    <a:pt x="1298" y="220415"/>
                  </a:lnTo>
                  <a:lnTo>
                    <a:pt x="1298" y="221050"/>
                  </a:lnTo>
                  <a:lnTo>
                    <a:pt x="1298" y="222065"/>
                  </a:lnTo>
                  <a:cubicBezTo>
                    <a:pt x="701" y="222510"/>
                    <a:pt x="257" y="223132"/>
                    <a:pt x="28" y="22384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1" name="Google Shape;301;p37"/>
            <p:cNvSpPr/>
            <p:nvPr/>
          </p:nvSpPr>
          <p:spPr>
            <a:xfrm>
              <a:off x="7571401" y="869319"/>
              <a:ext cx="244415" cy="200366"/>
            </a:xfrm>
            <a:custGeom>
              <a:rect b="b" l="l" r="r" t="t"/>
              <a:pathLst>
                <a:path extrusionOk="0" h="200366" w="244415">
                  <a:moveTo>
                    <a:pt x="242862" y="8393"/>
                  </a:moveTo>
                  <a:cubicBezTo>
                    <a:pt x="244792" y="6653"/>
                    <a:pt x="244945" y="3682"/>
                    <a:pt x="243205" y="1752"/>
                  </a:cubicBezTo>
                  <a:cubicBezTo>
                    <a:pt x="243103" y="1638"/>
                    <a:pt x="242989" y="1524"/>
                    <a:pt x="242862" y="1409"/>
                  </a:cubicBezTo>
                  <a:cubicBezTo>
                    <a:pt x="240678" y="-470"/>
                    <a:pt x="237428" y="-470"/>
                    <a:pt x="235244" y="1409"/>
                  </a:cubicBezTo>
                  <a:lnTo>
                    <a:pt x="235244" y="1409"/>
                  </a:lnTo>
                  <a:lnTo>
                    <a:pt x="228261" y="6996"/>
                  </a:lnTo>
                  <a:lnTo>
                    <a:pt x="3273" y="190082"/>
                  </a:lnTo>
                  <a:lnTo>
                    <a:pt x="1623" y="191733"/>
                  </a:lnTo>
                  <a:cubicBezTo>
                    <a:pt x="-307" y="193358"/>
                    <a:pt x="-549" y="196240"/>
                    <a:pt x="1076" y="198170"/>
                  </a:cubicBezTo>
                  <a:cubicBezTo>
                    <a:pt x="1241" y="198373"/>
                    <a:pt x="1432" y="198551"/>
                    <a:pt x="1623" y="198716"/>
                  </a:cubicBezTo>
                  <a:cubicBezTo>
                    <a:pt x="2676" y="199745"/>
                    <a:pt x="4085" y="200329"/>
                    <a:pt x="5559" y="200367"/>
                  </a:cubicBezTo>
                  <a:cubicBezTo>
                    <a:pt x="6790" y="200316"/>
                    <a:pt x="7971" y="199922"/>
                    <a:pt x="8987" y="199224"/>
                  </a:cubicBezTo>
                  <a:lnTo>
                    <a:pt x="8987" y="199224"/>
                  </a:lnTo>
                  <a:lnTo>
                    <a:pt x="10764" y="197700"/>
                  </a:lnTo>
                  <a:lnTo>
                    <a:pt x="234101" y="16011"/>
                  </a:lnTo>
                  <a:lnTo>
                    <a:pt x="243116" y="877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2" name="Google Shape;302;p37"/>
            <p:cNvSpPr/>
            <p:nvPr/>
          </p:nvSpPr>
          <p:spPr>
            <a:xfrm>
              <a:off x="8759415" y="1993117"/>
              <a:ext cx="1077579" cy="336335"/>
            </a:xfrm>
            <a:custGeom>
              <a:rect b="b" l="l" r="r" t="t"/>
              <a:pathLst>
                <a:path extrusionOk="0" h="336335" w="1077579">
                  <a:moveTo>
                    <a:pt x="1075294" y="336082"/>
                  </a:moveTo>
                  <a:lnTo>
                    <a:pt x="1074532" y="336082"/>
                  </a:lnTo>
                  <a:cubicBezTo>
                    <a:pt x="1074228" y="335930"/>
                    <a:pt x="1073999" y="335650"/>
                    <a:pt x="1073898" y="335320"/>
                  </a:cubicBezTo>
                  <a:lnTo>
                    <a:pt x="1073898" y="335320"/>
                  </a:lnTo>
                  <a:cubicBezTo>
                    <a:pt x="1073910" y="335028"/>
                    <a:pt x="1073910" y="334723"/>
                    <a:pt x="1073898" y="334431"/>
                  </a:cubicBezTo>
                  <a:cubicBezTo>
                    <a:pt x="1073898" y="334431"/>
                    <a:pt x="1073898" y="333796"/>
                    <a:pt x="1073898" y="333416"/>
                  </a:cubicBezTo>
                  <a:lnTo>
                    <a:pt x="1073898" y="324909"/>
                  </a:lnTo>
                  <a:lnTo>
                    <a:pt x="0" y="0"/>
                  </a:lnTo>
                  <a:lnTo>
                    <a:pt x="0" y="10284"/>
                  </a:lnTo>
                  <a:lnTo>
                    <a:pt x="1077580" y="336336"/>
                  </a:lnTo>
                  <a:lnTo>
                    <a:pt x="1077580" y="33633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3" name="Google Shape;303;p37"/>
            <p:cNvSpPr/>
            <p:nvPr/>
          </p:nvSpPr>
          <p:spPr>
            <a:xfrm>
              <a:off x="5832288" y="1284895"/>
              <a:ext cx="2872148" cy="449844"/>
            </a:xfrm>
            <a:custGeom>
              <a:rect b="b" l="l" r="r" t="t"/>
              <a:pathLst>
                <a:path extrusionOk="0" h="449844" w="2872148">
                  <a:moveTo>
                    <a:pt x="2872149" y="441464"/>
                  </a:moveTo>
                  <a:lnTo>
                    <a:pt x="6983" y="0"/>
                  </a:lnTo>
                  <a:lnTo>
                    <a:pt x="6983" y="4698"/>
                  </a:lnTo>
                  <a:cubicBezTo>
                    <a:pt x="6844" y="7567"/>
                    <a:pt x="4406" y="9789"/>
                    <a:pt x="1536" y="9650"/>
                  </a:cubicBezTo>
                  <a:cubicBezTo>
                    <a:pt x="1536" y="9650"/>
                    <a:pt x="1524" y="9650"/>
                    <a:pt x="1524" y="9650"/>
                  </a:cubicBezTo>
                  <a:lnTo>
                    <a:pt x="0" y="9650"/>
                  </a:lnTo>
                  <a:lnTo>
                    <a:pt x="1270" y="9650"/>
                  </a:lnTo>
                  <a:lnTo>
                    <a:pt x="2861864" y="449844"/>
                  </a:lnTo>
                  <a:lnTo>
                    <a:pt x="2870245" y="4431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4" name="Google Shape;304;p37"/>
            <p:cNvSpPr/>
            <p:nvPr/>
          </p:nvSpPr>
          <p:spPr>
            <a:xfrm>
              <a:off x="9832201" y="2121608"/>
              <a:ext cx="10633" cy="203781"/>
            </a:xfrm>
            <a:custGeom>
              <a:rect b="b" l="l" r="r" t="t"/>
              <a:pathLst>
                <a:path extrusionOk="0" h="203781" w="10633">
                  <a:moveTo>
                    <a:pt x="3777" y="1143"/>
                  </a:moveTo>
                  <a:lnTo>
                    <a:pt x="3777" y="1143"/>
                  </a:lnTo>
                  <a:lnTo>
                    <a:pt x="95" y="0"/>
                  </a:lnTo>
                  <a:lnTo>
                    <a:pt x="95" y="203782"/>
                  </a:lnTo>
                  <a:cubicBezTo>
                    <a:pt x="-32" y="203236"/>
                    <a:pt x="-32" y="202678"/>
                    <a:pt x="95" y="202132"/>
                  </a:cubicBezTo>
                  <a:cubicBezTo>
                    <a:pt x="1111" y="199427"/>
                    <a:pt x="4057" y="197980"/>
                    <a:pt x="6824" y="198830"/>
                  </a:cubicBezTo>
                  <a:lnTo>
                    <a:pt x="10634" y="199973"/>
                  </a:lnTo>
                  <a:lnTo>
                    <a:pt x="10634" y="317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5" name="Google Shape;305;p37"/>
            <p:cNvSpPr/>
            <p:nvPr/>
          </p:nvSpPr>
          <p:spPr>
            <a:xfrm>
              <a:off x="8661202" y="1762418"/>
              <a:ext cx="114" cy="635"/>
            </a:xfrm>
            <a:custGeom>
              <a:rect b="b" l="l" r="r" t="t"/>
              <a:pathLst>
                <a:path extrusionOk="0" h="635" w="114">
                  <a:moveTo>
                    <a:pt x="67" y="0"/>
                  </a:moveTo>
                  <a:lnTo>
                    <a:pt x="67" y="0"/>
                  </a:lnTo>
                  <a:cubicBezTo>
                    <a:pt x="130" y="203"/>
                    <a:pt x="130" y="432"/>
                    <a:pt x="67" y="635"/>
                  </a:cubicBezTo>
                  <a:lnTo>
                    <a:pt x="67" y="635"/>
                  </a:lnTo>
                  <a:cubicBezTo>
                    <a:pt x="-22" y="432"/>
                    <a:pt x="-22" y="203"/>
                    <a:pt x="67"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6" name="Google Shape;306;p37"/>
            <p:cNvSpPr/>
            <p:nvPr/>
          </p:nvSpPr>
          <p:spPr>
            <a:xfrm>
              <a:off x="8672442" y="1763815"/>
              <a:ext cx="1164679" cy="359443"/>
            </a:xfrm>
            <a:custGeom>
              <a:rect b="b" l="l" r="r" t="t"/>
              <a:pathLst>
                <a:path extrusionOk="0" h="359443" w="1164679">
                  <a:moveTo>
                    <a:pt x="1163409" y="358936"/>
                  </a:moveTo>
                  <a:lnTo>
                    <a:pt x="1163409" y="358936"/>
                  </a:lnTo>
                  <a:lnTo>
                    <a:pt x="1162521" y="358936"/>
                  </a:lnTo>
                  <a:lnTo>
                    <a:pt x="1161505" y="358174"/>
                  </a:lnTo>
                  <a:lnTo>
                    <a:pt x="1161505" y="358174"/>
                  </a:lnTo>
                  <a:lnTo>
                    <a:pt x="1161505" y="358174"/>
                  </a:lnTo>
                  <a:lnTo>
                    <a:pt x="1161505" y="357285"/>
                  </a:lnTo>
                  <a:cubicBezTo>
                    <a:pt x="1161454" y="356993"/>
                    <a:pt x="1161454" y="356688"/>
                    <a:pt x="1161505" y="356397"/>
                  </a:cubicBezTo>
                  <a:cubicBezTo>
                    <a:pt x="1161442" y="356104"/>
                    <a:pt x="1161442" y="355800"/>
                    <a:pt x="1161505" y="355508"/>
                  </a:cubicBezTo>
                  <a:lnTo>
                    <a:pt x="1161505" y="354492"/>
                  </a:lnTo>
                  <a:cubicBezTo>
                    <a:pt x="1161505" y="354492"/>
                    <a:pt x="1161505" y="354492"/>
                    <a:pt x="1161505" y="353857"/>
                  </a:cubicBezTo>
                  <a:lnTo>
                    <a:pt x="1161505" y="353857"/>
                  </a:lnTo>
                  <a:lnTo>
                    <a:pt x="1161505" y="353095"/>
                  </a:lnTo>
                  <a:lnTo>
                    <a:pt x="1162267" y="352206"/>
                  </a:lnTo>
                  <a:cubicBezTo>
                    <a:pt x="1162267" y="352206"/>
                    <a:pt x="1162267" y="352206"/>
                    <a:pt x="1162267" y="352206"/>
                  </a:cubicBezTo>
                  <a:lnTo>
                    <a:pt x="1164680" y="350302"/>
                  </a:lnTo>
                  <a:lnTo>
                    <a:pt x="5078" y="0"/>
                  </a:lnTo>
                  <a:lnTo>
                    <a:pt x="0" y="4063"/>
                  </a:lnTo>
                  <a:lnTo>
                    <a:pt x="0" y="8761"/>
                  </a:lnTo>
                  <a:lnTo>
                    <a:pt x="1160489" y="35944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7" name="Google Shape;307;p37"/>
            <p:cNvSpPr/>
            <p:nvPr/>
          </p:nvSpPr>
          <p:spPr>
            <a:xfrm>
              <a:off x="9834455" y="1653607"/>
              <a:ext cx="569960" cy="461779"/>
            </a:xfrm>
            <a:custGeom>
              <a:rect b="b" l="l" r="r" t="t"/>
              <a:pathLst>
                <a:path extrusionOk="0" h="461779" w="569960">
                  <a:moveTo>
                    <a:pt x="566914" y="8634"/>
                  </a:moveTo>
                  <a:cubicBezTo>
                    <a:pt x="564273" y="7910"/>
                    <a:pt x="562723" y="5193"/>
                    <a:pt x="563447" y="2552"/>
                  </a:cubicBezTo>
                  <a:cubicBezTo>
                    <a:pt x="563460" y="2501"/>
                    <a:pt x="563473" y="2463"/>
                    <a:pt x="563485" y="2412"/>
                  </a:cubicBezTo>
                  <a:cubicBezTo>
                    <a:pt x="563904" y="1422"/>
                    <a:pt x="564615" y="584"/>
                    <a:pt x="565517" y="0"/>
                  </a:cubicBezTo>
                  <a:lnTo>
                    <a:pt x="565517" y="0"/>
                  </a:lnTo>
                  <a:lnTo>
                    <a:pt x="558533" y="5586"/>
                  </a:lnTo>
                  <a:lnTo>
                    <a:pt x="2412" y="458478"/>
                  </a:lnTo>
                  <a:lnTo>
                    <a:pt x="0" y="460382"/>
                  </a:lnTo>
                  <a:cubicBezTo>
                    <a:pt x="0" y="460382"/>
                    <a:pt x="0" y="460382"/>
                    <a:pt x="0" y="460382"/>
                  </a:cubicBezTo>
                  <a:cubicBezTo>
                    <a:pt x="1499" y="459075"/>
                    <a:pt x="3542" y="458605"/>
                    <a:pt x="5460" y="459113"/>
                  </a:cubicBezTo>
                  <a:lnTo>
                    <a:pt x="14347" y="461779"/>
                  </a:lnTo>
                  <a:lnTo>
                    <a:pt x="569961" y="952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8" name="Google Shape;308;p37"/>
            <p:cNvSpPr/>
            <p:nvPr/>
          </p:nvSpPr>
          <p:spPr>
            <a:xfrm>
              <a:off x="9833820" y="212148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09" name="Google Shape;309;p37"/>
            <p:cNvSpPr/>
            <p:nvPr/>
          </p:nvSpPr>
          <p:spPr>
            <a:xfrm>
              <a:off x="5828733" y="1080605"/>
              <a:ext cx="12696" cy="12696"/>
            </a:xfrm>
            <a:custGeom>
              <a:rect b="b" l="l" r="r" t="t"/>
              <a:pathLst>
                <a:path extrusionOk="0" h="12696" w="12696">
                  <a:moveTo>
                    <a:pt x="0" y="0"/>
                  </a:moveTo>
                  <a:cubicBezTo>
                    <a:pt x="0" y="0"/>
                    <a:pt x="0" y="0"/>
                    <a:pt x="0" y="0"/>
                  </a:cubicBez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0" name="Google Shape;310;p37"/>
            <p:cNvSpPr/>
            <p:nvPr/>
          </p:nvSpPr>
          <p:spPr>
            <a:xfrm>
              <a:off x="5839272" y="1078192"/>
              <a:ext cx="3082407" cy="482728"/>
            </a:xfrm>
            <a:custGeom>
              <a:rect b="b" l="l" r="r" t="t"/>
              <a:pathLst>
                <a:path extrusionOk="0" h="482728" w="3082407">
                  <a:moveTo>
                    <a:pt x="0" y="9649"/>
                  </a:moveTo>
                  <a:lnTo>
                    <a:pt x="3068949" y="482729"/>
                  </a:lnTo>
                  <a:lnTo>
                    <a:pt x="3077330" y="475999"/>
                  </a:lnTo>
                  <a:cubicBezTo>
                    <a:pt x="3078739" y="474806"/>
                    <a:pt x="3080656" y="474425"/>
                    <a:pt x="3082408" y="474984"/>
                  </a:cubicBezTo>
                  <a:lnTo>
                    <a:pt x="3081773" y="474984"/>
                  </a:lnTo>
                  <a:lnTo>
                    <a:pt x="2285" y="0"/>
                  </a:lnTo>
                  <a:lnTo>
                    <a:pt x="0" y="482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1" name="Google Shape;311;p37"/>
            <p:cNvSpPr/>
            <p:nvPr/>
          </p:nvSpPr>
          <p:spPr>
            <a:xfrm>
              <a:off x="8925489" y="1558636"/>
              <a:ext cx="12696" cy="12696"/>
            </a:xfrm>
            <a:custGeom>
              <a:rect b="b" l="l" r="r" t="t"/>
              <a:pathLst>
                <a:path extrusionOk="0" h="12696" w="12696">
                  <a:moveTo>
                    <a:pt x="0" y="0"/>
                  </a:move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2" name="Google Shape;312;p37"/>
            <p:cNvSpPr/>
            <p:nvPr/>
          </p:nvSpPr>
          <p:spPr>
            <a:xfrm>
              <a:off x="11524783" y="1185606"/>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3" name="Google Shape;313;p37"/>
            <p:cNvSpPr/>
            <p:nvPr/>
          </p:nvSpPr>
          <p:spPr>
            <a:xfrm>
              <a:off x="11454950" y="1184845"/>
              <a:ext cx="62849" cy="64245"/>
            </a:xfrm>
            <a:custGeom>
              <a:rect b="b" l="l" r="r" t="t"/>
              <a:pathLst>
                <a:path extrusionOk="0" h="64245" w="62849">
                  <a:moveTo>
                    <a:pt x="62849" y="0"/>
                  </a:moveTo>
                  <a:lnTo>
                    <a:pt x="62215" y="0"/>
                  </a:lnTo>
                  <a:lnTo>
                    <a:pt x="1524" y="49644"/>
                  </a:lnTo>
                  <a:lnTo>
                    <a:pt x="1524" y="60563"/>
                  </a:lnTo>
                  <a:cubicBezTo>
                    <a:pt x="1524" y="60563"/>
                    <a:pt x="1524" y="60563"/>
                    <a:pt x="1524" y="61325"/>
                  </a:cubicBezTo>
                  <a:cubicBezTo>
                    <a:pt x="1524" y="62087"/>
                    <a:pt x="1524" y="61960"/>
                    <a:pt x="1524" y="62214"/>
                  </a:cubicBezTo>
                  <a:lnTo>
                    <a:pt x="1524" y="62214"/>
                  </a:lnTo>
                  <a:cubicBezTo>
                    <a:pt x="1181" y="63001"/>
                    <a:pt x="660" y="63687"/>
                    <a:pt x="0" y="64245"/>
                  </a:cubicBezTo>
                  <a:lnTo>
                    <a:pt x="0" y="64245"/>
                  </a:lnTo>
                  <a:lnTo>
                    <a:pt x="60691" y="14601"/>
                  </a:lnTo>
                  <a:lnTo>
                    <a:pt x="60691" y="3682"/>
                  </a:lnTo>
                  <a:cubicBezTo>
                    <a:pt x="60805" y="2184"/>
                    <a:pt x="61592" y="825"/>
                    <a:pt x="62849"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4" name="Google Shape;314;p37"/>
            <p:cNvSpPr/>
            <p:nvPr/>
          </p:nvSpPr>
          <p:spPr>
            <a:xfrm>
              <a:off x="11456220" y="1246276"/>
              <a:ext cx="12696" cy="1289"/>
            </a:xfrm>
            <a:custGeom>
              <a:rect b="b" l="l" r="r" t="t"/>
              <a:pathLst>
                <a:path extrusionOk="0" h="1289" w="12696">
                  <a:moveTo>
                    <a:pt x="0" y="1163"/>
                  </a:moveTo>
                  <a:cubicBezTo>
                    <a:pt x="0" y="1163"/>
                    <a:pt x="0" y="1163"/>
                    <a:pt x="0" y="274"/>
                  </a:cubicBezTo>
                  <a:cubicBezTo>
                    <a:pt x="0" y="-614"/>
                    <a:pt x="0" y="909"/>
                    <a:pt x="0" y="129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5" name="Google Shape;315;p37"/>
            <p:cNvSpPr/>
            <p:nvPr/>
          </p:nvSpPr>
          <p:spPr>
            <a:xfrm>
              <a:off x="11314269" y="1198811"/>
              <a:ext cx="136745" cy="51431"/>
            </a:xfrm>
            <a:custGeom>
              <a:rect b="b" l="l" r="r" t="t"/>
              <a:pathLst>
                <a:path extrusionOk="0" h="51431" w="136745">
                  <a:moveTo>
                    <a:pt x="131286" y="46978"/>
                  </a:moveTo>
                  <a:lnTo>
                    <a:pt x="131286" y="39995"/>
                  </a:lnTo>
                  <a:lnTo>
                    <a:pt x="0" y="0"/>
                  </a:lnTo>
                  <a:lnTo>
                    <a:pt x="0" y="10284"/>
                  </a:lnTo>
                  <a:lnTo>
                    <a:pt x="134967" y="51422"/>
                  </a:lnTo>
                  <a:lnTo>
                    <a:pt x="136745" y="51422"/>
                  </a:lnTo>
                  <a:cubicBezTo>
                    <a:pt x="134054" y="51587"/>
                    <a:pt x="131679" y="49657"/>
                    <a:pt x="131286" y="4697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6" name="Google Shape;316;p37"/>
            <p:cNvSpPr/>
            <p:nvPr/>
          </p:nvSpPr>
          <p:spPr>
            <a:xfrm>
              <a:off x="11445809" y="1144215"/>
              <a:ext cx="10537" cy="106404"/>
            </a:xfrm>
            <a:custGeom>
              <a:rect b="b" l="l" r="r" t="t"/>
              <a:pathLst>
                <a:path extrusionOk="0" h="106404" w="10537">
                  <a:moveTo>
                    <a:pt x="10538" y="102335"/>
                  </a:moveTo>
                  <a:cubicBezTo>
                    <a:pt x="10538" y="102335"/>
                    <a:pt x="10538" y="102335"/>
                    <a:pt x="10538" y="101573"/>
                  </a:cubicBezTo>
                  <a:lnTo>
                    <a:pt x="10538" y="0"/>
                  </a:lnTo>
                  <a:lnTo>
                    <a:pt x="8761" y="1397"/>
                  </a:lnTo>
                  <a:lnTo>
                    <a:pt x="8761" y="1397"/>
                  </a:lnTo>
                  <a:cubicBezTo>
                    <a:pt x="7821" y="2133"/>
                    <a:pt x="6653" y="2527"/>
                    <a:pt x="5460" y="2539"/>
                  </a:cubicBezTo>
                  <a:cubicBezTo>
                    <a:pt x="4875" y="2666"/>
                    <a:pt x="4266" y="2666"/>
                    <a:pt x="3682" y="2539"/>
                  </a:cubicBezTo>
                  <a:lnTo>
                    <a:pt x="0" y="1524"/>
                  </a:lnTo>
                  <a:lnTo>
                    <a:pt x="0" y="101447"/>
                  </a:lnTo>
                  <a:cubicBezTo>
                    <a:pt x="139" y="104316"/>
                    <a:pt x="2577" y="106538"/>
                    <a:pt x="5446" y="106398"/>
                  </a:cubicBezTo>
                  <a:cubicBezTo>
                    <a:pt x="5446" y="106398"/>
                    <a:pt x="5460" y="106398"/>
                    <a:pt x="5460" y="106398"/>
                  </a:cubicBezTo>
                  <a:cubicBezTo>
                    <a:pt x="6437" y="106347"/>
                    <a:pt x="7389" y="106081"/>
                    <a:pt x="8252" y="105636"/>
                  </a:cubicBezTo>
                  <a:lnTo>
                    <a:pt x="8252" y="105636"/>
                  </a:lnTo>
                  <a:lnTo>
                    <a:pt x="8252" y="105636"/>
                  </a:lnTo>
                  <a:cubicBezTo>
                    <a:pt x="8900" y="105078"/>
                    <a:pt x="9433" y="104392"/>
                    <a:pt x="9776" y="103605"/>
                  </a:cubicBezTo>
                  <a:cubicBezTo>
                    <a:pt x="9776" y="103605"/>
                    <a:pt x="10411" y="102716"/>
                    <a:pt x="10538"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7" name="Google Shape;317;p37"/>
            <p:cNvSpPr/>
            <p:nvPr/>
          </p:nvSpPr>
          <p:spPr>
            <a:xfrm>
              <a:off x="11314396" y="1095460"/>
              <a:ext cx="136617" cy="51516"/>
            </a:xfrm>
            <a:custGeom>
              <a:rect b="b" l="l" r="r" t="t"/>
              <a:pathLst>
                <a:path extrusionOk="0" h="51516" w="136617">
                  <a:moveTo>
                    <a:pt x="133063" y="43169"/>
                  </a:moveTo>
                  <a:lnTo>
                    <a:pt x="135476" y="41264"/>
                  </a:lnTo>
                  <a:lnTo>
                    <a:pt x="0" y="0"/>
                  </a:lnTo>
                  <a:lnTo>
                    <a:pt x="0" y="10411"/>
                  </a:lnTo>
                  <a:lnTo>
                    <a:pt x="131158" y="50406"/>
                  </a:lnTo>
                  <a:lnTo>
                    <a:pt x="134840" y="51422"/>
                  </a:lnTo>
                  <a:cubicBezTo>
                    <a:pt x="135425" y="51549"/>
                    <a:pt x="136034" y="51549"/>
                    <a:pt x="136618" y="51422"/>
                  </a:cubicBezTo>
                  <a:cubicBezTo>
                    <a:pt x="135094" y="51485"/>
                    <a:pt x="133609" y="50876"/>
                    <a:pt x="132555" y="49771"/>
                  </a:cubicBezTo>
                  <a:cubicBezTo>
                    <a:pt x="130866" y="47892"/>
                    <a:pt x="131019" y="45010"/>
                    <a:pt x="132885" y="43321"/>
                  </a:cubicBezTo>
                  <a:cubicBezTo>
                    <a:pt x="132949" y="43270"/>
                    <a:pt x="133000" y="43219"/>
                    <a:pt x="133063" y="4316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8" name="Google Shape;318;p37"/>
            <p:cNvSpPr/>
            <p:nvPr/>
          </p:nvSpPr>
          <p:spPr>
            <a:xfrm>
              <a:off x="11451141" y="1145993"/>
              <a:ext cx="3301" cy="1142"/>
            </a:xfrm>
            <a:custGeom>
              <a:rect b="b" l="l" r="r" t="t"/>
              <a:pathLst>
                <a:path extrusionOk="0" h="1142" w="3301">
                  <a:moveTo>
                    <a:pt x="3301" y="0"/>
                  </a:moveTo>
                  <a:cubicBezTo>
                    <a:pt x="2361" y="736"/>
                    <a:pt x="1193" y="1130"/>
                    <a:pt x="0" y="1143"/>
                  </a:cubicBezTo>
                  <a:cubicBezTo>
                    <a:pt x="1193" y="1130"/>
                    <a:pt x="2361" y="736"/>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19" name="Google Shape;319;p37"/>
            <p:cNvSpPr/>
            <p:nvPr/>
          </p:nvSpPr>
          <p:spPr>
            <a:xfrm>
              <a:off x="11824682" y="837096"/>
              <a:ext cx="761" cy="112"/>
            </a:xfrm>
            <a:custGeom>
              <a:rect b="b" l="l" r="r" t="t"/>
              <a:pathLst>
                <a:path extrusionOk="0" h="112" w="761">
                  <a:moveTo>
                    <a:pt x="762" y="113"/>
                  </a:moveTo>
                  <a:cubicBezTo>
                    <a:pt x="762" y="113"/>
                    <a:pt x="762" y="113"/>
                    <a:pt x="0" y="113"/>
                  </a:cubicBezTo>
                  <a:lnTo>
                    <a:pt x="0" y="113"/>
                  </a:lnTo>
                  <a:cubicBezTo>
                    <a:pt x="0" y="113"/>
                    <a:pt x="635" y="-141"/>
                    <a:pt x="762" y="11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0" name="Google Shape;320;p37"/>
            <p:cNvSpPr/>
            <p:nvPr/>
          </p:nvSpPr>
          <p:spPr>
            <a:xfrm>
              <a:off x="11826460" y="837971"/>
              <a:ext cx="12696" cy="761"/>
            </a:xfrm>
            <a:custGeom>
              <a:rect b="b" l="l" r="r" t="t"/>
              <a:pathLst>
                <a:path extrusionOk="0" h="761" w="12696">
                  <a:moveTo>
                    <a:pt x="0" y="762"/>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1" name="Google Shape;321;p37"/>
            <p:cNvSpPr/>
            <p:nvPr/>
          </p:nvSpPr>
          <p:spPr>
            <a:xfrm>
              <a:off x="11827221" y="839748"/>
              <a:ext cx="38" cy="761"/>
            </a:xfrm>
            <a:custGeom>
              <a:rect b="b" l="l" r="r" t="t"/>
              <a:pathLst>
                <a:path extrusionOk="0" h="761" w="38">
                  <a:moveTo>
                    <a:pt x="0" y="762"/>
                  </a:moveTo>
                  <a:cubicBezTo>
                    <a:pt x="51" y="508"/>
                    <a:pt x="51" y="254"/>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2" name="Google Shape;322;p37"/>
            <p:cNvSpPr/>
            <p:nvPr/>
          </p:nvSpPr>
          <p:spPr>
            <a:xfrm>
              <a:off x="11607441" y="772710"/>
              <a:ext cx="214955" cy="69070"/>
            </a:xfrm>
            <a:custGeom>
              <a:rect b="b" l="l" r="r" t="t"/>
              <a:pathLst>
                <a:path extrusionOk="0" h="69070" w="214955">
                  <a:moveTo>
                    <a:pt x="5331" y="0"/>
                  </a:moveTo>
                  <a:lnTo>
                    <a:pt x="4315" y="0"/>
                  </a:lnTo>
                  <a:lnTo>
                    <a:pt x="3299" y="0"/>
                  </a:lnTo>
                  <a:lnTo>
                    <a:pt x="2410" y="0"/>
                  </a:lnTo>
                  <a:cubicBezTo>
                    <a:pt x="1408" y="508"/>
                    <a:pt x="646" y="1371"/>
                    <a:pt x="252" y="2412"/>
                  </a:cubicBezTo>
                  <a:cubicBezTo>
                    <a:pt x="-586" y="4876"/>
                    <a:pt x="734" y="7542"/>
                    <a:pt x="3198" y="8367"/>
                  </a:cubicBezTo>
                  <a:cubicBezTo>
                    <a:pt x="3350" y="8431"/>
                    <a:pt x="3515" y="8469"/>
                    <a:pt x="3680" y="8507"/>
                  </a:cubicBezTo>
                  <a:lnTo>
                    <a:pt x="6728" y="9396"/>
                  </a:lnTo>
                  <a:lnTo>
                    <a:pt x="203782" y="69070"/>
                  </a:lnTo>
                  <a:lnTo>
                    <a:pt x="210765" y="63484"/>
                  </a:lnTo>
                  <a:lnTo>
                    <a:pt x="210765" y="63484"/>
                  </a:lnTo>
                  <a:lnTo>
                    <a:pt x="211781" y="63484"/>
                  </a:lnTo>
                  <a:lnTo>
                    <a:pt x="212924" y="63484"/>
                  </a:lnTo>
                  <a:lnTo>
                    <a:pt x="213939" y="63484"/>
                  </a:lnTo>
                  <a:lnTo>
                    <a:pt x="214955" y="63484"/>
                  </a:lnTo>
                  <a:lnTo>
                    <a:pt x="214955" y="63484"/>
                  </a:lnTo>
                  <a:lnTo>
                    <a:pt x="5965" y="0"/>
                  </a:lnTo>
                  <a:lnTo>
                    <a:pt x="4188"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3" name="Google Shape;323;p37"/>
            <p:cNvSpPr/>
            <p:nvPr/>
          </p:nvSpPr>
          <p:spPr>
            <a:xfrm>
              <a:off x="11823031" y="836320"/>
              <a:ext cx="1015" cy="12696"/>
            </a:xfrm>
            <a:custGeom>
              <a:rect b="b" l="l" r="r" t="t"/>
              <a:pathLst>
                <a:path extrusionOk="0" h="12696" w="1015">
                  <a:moveTo>
                    <a:pt x="1016"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4" name="Google Shape;324;p37"/>
            <p:cNvSpPr/>
            <p:nvPr/>
          </p:nvSpPr>
          <p:spPr>
            <a:xfrm>
              <a:off x="11821762" y="83581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5" name="Google Shape;325;p37"/>
            <p:cNvSpPr/>
            <p:nvPr/>
          </p:nvSpPr>
          <p:spPr>
            <a:xfrm>
              <a:off x="11816429" y="840637"/>
              <a:ext cx="10796" cy="57135"/>
            </a:xfrm>
            <a:custGeom>
              <a:rect b="b" l="l" r="r" t="t"/>
              <a:pathLst>
                <a:path extrusionOk="0" h="57135" w="10796">
                  <a:moveTo>
                    <a:pt x="9014" y="3809"/>
                  </a:moveTo>
                  <a:lnTo>
                    <a:pt x="0" y="11046"/>
                  </a:lnTo>
                  <a:lnTo>
                    <a:pt x="0" y="57135"/>
                  </a:lnTo>
                  <a:lnTo>
                    <a:pt x="1524" y="55739"/>
                  </a:lnTo>
                  <a:lnTo>
                    <a:pt x="1524" y="55739"/>
                  </a:lnTo>
                  <a:lnTo>
                    <a:pt x="10792" y="47613"/>
                  </a:lnTo>
                  <a:lnTo>
                    <a:pt x="10792" y="0"/>
                  </a:lnTo>
                  <a:cubicBezTo>
                    <a:pt x="10792" y="0"/>
                    <a:pt x="10792" y="0"/>
                    <a:pt x="10792" y="0"/>
                  </a:cubicBezTo>
                  <a:cubicBezTo>
                    <a:pt x="10856" y="1486"/>
                    <a:pt x="10195" y="2908"/>
                    <a:pt x="9014" y="380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6" name="Google Shape;326;p37"/>
            <p:cNvSpPr/>
            <p:nvPr/>
          </p:nvSpPr>
          <p:spPr>
            <a:xfrm>
              <a:off x="11825698" y="837336"/>
              <a:ext cx="12696" cy="12696"/>
            </a:xfrm>
            <a:custGeom>
              <a:rect b="b" l="l" r="r" t="t"/>
              <a:pathLst>
                <a:path extrusionOk="0" h="12696" w="12696">
                  <a:moveTo>
                    <a:pt x="0" y="0"/>
                  </a:moveTo>
                  <a:lnTo>
                    <a:pt x="0" y="0"/>
                  </a:lnTo>
                  <a:cubicBezTo>
                    <a:pt x="0" y="0"/>
                    <a:pt x="0" y="0"/>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7" name="Google Shape;327;p37"/>
            <p:cNvSpPr/>
            <p:nvPr/>
          </p:nvSpPr>
          <p:spPr>
            <a:xfrm>
              <a:off x="11826460" y="838352"/>
              <a:ext cx="12696" cy="634"/>
            </a:xfrm>
            <a:custGeom>
              <a:rect b="b" l="l" r="r" t="t"/>
              <a:pathLst>
                <a:path extrusionOk="0" h="634" w="12696">
                  <a:moveTo>
                    <a:pt x="0" y="635"/>
                  </a:moveTo>
                  <a:lnTo>
                    <a:pt x="0" y="635"/>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8" name="Google Shape;328;p37"/>
            <p:cNvSpPr/>
            <p:nvPr/>
          </p:nvSpPr>
          <p:spPr>
            <a:xfrm>
              <a:off x="11445914" y="835812"/>
              <a:ext cx="381368" cy="311835"/>
            </a:xfrm>
            <a:custGeom>
              <a:rect b="b" l="l" r="r" t="t"/>
              <a:pathLst>
                <a:path extrusionOk="0" h="311835" w="381368">
                  <a:moveTo>
                    <a:pt x="376102" y="0"/>
                  </a:moveTo>
                  <a:lnTo>
                    <a:pt x="375086" y="0"/>
                  </a:lnTo>
                  <a:lnTo>
                    <a:pt x="373943" y="0"/>
                  </a:lnTo>
                  <a:lnTo>
                    <a:pt x="372928" y="0"/>
                  </a:lnTo>
                  <a:lnTo>
                    <a:pt x="372928" y="0"/>
                  </a:lnTo>
                  <a:lnTo>
                    <a:pt x="365944" y="5587"/>
                  </a:lnTo>
                  <a:lnTo>
                    <a:pt x="3958" y="301420"/>
                  </a:lnTo>
                  <a:lnTo>
                    <a:pt x="1546" y="303324"/>
                  </a:lnTo>
                  <a:cubicBezTo>
                    <a:pt x="-347" y="305000"/>
                    <a:pt x="-524" y="307883"/>
                    <a:pt x="1139" y="309774"/>
                  </a:cubicBezTo>
                  <a:cubicBezTo>
                    <a:pt x="1266" y="309914"/>
                    <a:pt x="1405" y="310054"/>
                    <a:pt x="1546" y="310181"/>
                  </a:cubicBezTo>
                  <a:cubicBezTo>
                    <a:pt x="2599" y="311285"/>
                    <a:pt x="4084" y="311895"/>
                    <a:pt x="5608" y="311831"/>
                  </a:cubicBezTo>
                  <a:cubicBezTo>
                    <a:pt x="6802" y="311818"/>
                    <a:pt x="7970" y="311425"/>
                    <a:pt x="8909" y="310688"/>
                  </a:cubicBezTo>
                  <a:lnTo>
                    <a:pt x="8909" y="310688"/>
                  </a:lnTo>
                  <a:lnTo>
                    <a:pt x="10687" y="309292"/>
                  </a:lnTo>
                  <a:lnTo>
                    <a:pt x="370642" y="16506"/>
                  </a:lnTo>
                  <a:lnTo>
                    <a:pt x="379657" y="9269"/>
                  </a:lnTo>
                  <a:cubicBezTo>
                    <a:pt x="380952" y="8240"/>
                    <a:pt x="381574" y="6590"/>
                    <a:pt x="381307" y="4952"/>
                  </a:cubicBezTo>
                  <a:lnTo>
                    <a:pt x="381307" y="4952"/>
                  </a:lnTo>
                  <a:cubicBezTo>
                    <a:pt x="381371" y="4698"/>
                    <a:pt x="381371" y="4444"/>
                    <a:pt x="381307" y="4190"/>
                  </a:cubicBezTo>
                  <a:lnTo>
                    <a:pt x="381307" y="3301"/>
                  </a:lnTo>
                  <a:lnTo>
                    <a:pt x="381307" y="3301"/>
                  </a:lnTo>
                  <a:lnTo>
                    <a:pt x="381307" y="3301"/>
                  </a:lnTo>
                  <a:lnTo>
                    <a:pt x="381307" y="3301"/>
                  </a:lnTo>
                  <a:lnTo>
                    <a:pt x="380419" y="3301"/>
                  </a:lnTo>
                  <a:lnTo>
                    <a:pt x="380419" y="3301"/>
                  </a:lnTo>
                  <a:lnTo>
                    <a:pt x="379784" y="3301"/>
                  </a:lnTo>
                  <a:lnTo>
                    <a:pt x="378768" y="330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29" name="Google Shape;329;p37"/>
            <p:cNvSpPr/>
            <p:nvPr/>
          </p:nvSpPr>
          <p:spPr>
            <a:xfrm>
              <a:off x="11196570" y="1592028"/>
              <a:ext cx="116049" cy="89765"/>
            </a:xfrm>
            <a:custGeom>
              <a:rect b="b" l="l" r="r" t="t"/>
              <a:pathLst>
                <a:path extrusionOk="0" h="89765" w="116049">
                  <a:moveTo>
                    <a:pt x="107034" y="2285"/>
                  </a:moveTo>
                  <a:lnTo>
                    <a:pt x="107034" y="0"/>
                  </a:lnTo>
                  <a:lnTo>
                    <a:pt x="0" y="87099"/>
                  </a:lnTo>
                  <a:lnTo>
                    <a:pt x="2793" y="87734"/>
                  </a:lnTo>
                  <a:lnTo>
                    <a:pt x="2793" y="87734"/>
                  </a:lnTo>
                  <a:lnTo>
                    <a:pt x="12950" y="89766"/>
                  </a:lnTo>
                  <a:lnTo>
                    <a:pt x="116049" y="5840"/>
                  </a:lnTo>
                  <a:lnTo>
                    <a:pt x="116049" y="5840"/>
                  </a:lnTo>
                  <a:cubicBezTo>
                    <a:pt x="114995" y="6653"/>
                    <a:pt x="113700" y="7097"/>
                    <a:pt x="112367" y="7110"/>
                  </a:cubicBezTo>
                  <a:cubicBezTo>
                    <a:pt x="109586" y="7186"/>
                    <a:pt x="107237" y="5066"/>
                    <a:pt x="107034" y="228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0" name="Google Shape;330;p37"/>
            <p:cNvSpPr/>
            <p:nvPr/>
          </p:nvSpPr>
          <p:spPr>
            <a:xfrm>
              <a:off x="11050176" y="1181925"/>
              <a:ext cx="10665" cy="468889"/>
            </a:xfrm>
            <a:custGeom>
              <a:rect b="b" l="l" r="r" t="t"/>
              <a:pathLst>
                <a:path extrusionOk="0" h="468889" w="10665">
                  <a:moveTo>
                    <a:pt x="8761" y="1524"/>
                  </a:moveTo>
                  <a:lnTo>
                    <a:pt x="7237" y="2412"/>
                  </a:lnTo>
                  <a:lnTo>
                    <a:pt x="5460" y="2412"/>
                  </a:lnTo>
                  <a:cubicBezTo>
                    <a:pt x="4876" y="2539"/>
                    <a:pt x="4266" y="2539"/>
                    <a:pt x="3683" y="2412"/>
                  </a:cubicBezTo>
                  <a:lnTo>
                    <a:pt x="0" y="1270"/>
                  </a:lnTo>
                  <a:lnTo>
                    <a:pt x="0" y="466604"/>
                  </a:lnTo>
                  <a:lnTo>
                    <a:pt x="6603" y="468001"/>
                  </a:lnTo>
                  <a:lnTo>
                    <a:pt x="6603" y="468001"/>
                  </a:lnTo>
                  <a:lnTo>
                    <a:pt x="10666" y="468889"/>
                  </a:lnTo>
                  <a:lnTo>
                    <a:pt x="10666" y="0"/>
                  </a:lnTo>
                  <a:lnTo>
                    <a:pt x="8888" y="139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1" name="Google Shape;331;p37"/>
            <p:cNvSpPr/>
            <p:nvPr/>
          </p:nvSpPr>
          <p:spPr>
            <a:xfrm>
              <a:off x="10633409" y="1048107"/>
              <a:ext cx="422100" cy="135562"/>
            </a:xfrm>
            <a:custGeom>
              <a:rect b="b" l="l" r="r" t="t"/>
              <a:pathLst>
                <a:path extrusionOk="0" h="135562" w="422100">
                  <a:moveTo>
                    <a:pt x="5517" y="248"/>
                  </a:moveTo>
                  <a:cubicBezTo>
                    <a:pt x="3625" y="-324"/>
                    <a:pt x="1568" y="108"/>
                    <a:pt x="57" y="1390"/>
                  </a:cubicBezTo>
                  <a:lnTo>
                    <a:pt x="57" y="2279"/>
                  </a:lnTo>
                  <a:lnTo>
                    <a:pt x="57" y="3168"/>
                  </a:lnTo>
                  <a:lnTo>
                    <a:pt x="57" y="3930"/>
                  </a:lnTo>
                  <a:cubicBezTo>
                    <a:pt x="7" y="4260"/>
                    <a:pt x="7" y="4615"/>
                    <a:pt x="57" y="4945"/>
                  </a:cubicBezTo>
                  <a:cubicBezTo>
                    <a:pt x="-19" y="5238"/>
                    <a:pt x="-19" y="5542"/>
                    <a:pt x="57" y="5834"/>
                  </a:cubicBezTo>
                  <a:cubicBezTo>
                    <a:pt x="7" y="6164"/>
                    <a:pt x="7" y="6520"/>
                    <a:pt x="57" y="6850"/>
                  </a:cubicBezTo>
                  <a:lnTo>
                    <a:pt x="57" y="7612"/>
                  </a:lnTo>
                  <a:lnTo>
                    <a:pt x="57" y="8374"/>
                  </a:lnTo>
                  <a:lnTo>
                    <a:pt x="1073" y="9008"/>
                  </a:lnTo>
                  <a:lnTo>
                    <a:pt x="1962" y="9008"/>
                  </a:lnTo>
                  <a:lnTo>
                    <a:pt x="1962" y="9008"/>
                  </a:lnTo>
                  <a:lnTo>
                    <a:pt x="9072" y="11167"/>
                  </a:lnTo>
                  <a:lnTo>
                    <a:pt x="416640" y="134325"/>
                  </a:lnTo>
                  <a:lnTo>
                    <a:pt x="420322" y="135468"/>
                  </a:lnTo>
                  <a:cubicBezTo>
                    <a:pt x="420906" y="135595"/>
                    <a:pt x="421516" y="135595"/>
                    <a:pt x="422100" y="135468"/>
                  </a:cubicBezTo>
                  <a:cubicBezTo>
                    <a:pt x="420576" y="135493"/>
                    <a:pt x="419103" y="134896"/>
                    <a:pt x="418037" y="133817"/>
                  </a:cubicBezTo>
                  <a:cubicBezTo>
                    <a:pt x="416145" y="132141"/>
                    <a:pt x="415967" y="129259"/>
                    <a:pt x="417630" y="127367"/>
                  </a:cubicBezTo>
                  <a:cubicBezTo>
                    <a:pt x="417757" y="127228"/>
                    <a:pt x="417897" y="127088"/>
                    <a:pt x="418037" y="126961"/>
                  </a:cubicBezTo>
                  <a:lnTo>
                    <a:pt x="420322" y="125056"/>
                  </a:lnTo>
                  <a:lnTo>
                    <a:pt x="14024" y="215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2" name="Google Shape;332;p37"/>
            <p:cNvSpPr/>
            <p:nvPr/>
          </p:nvSpPr>
          <p:spPr>
            <a:xfrm>
              <a:off x="11313889" y="970651"/>
              <a:ext cx="12696" cy="761"/>
            </a:xfrm>
            <a:custGeom>
              <a:rect b="b" l="l" r="r" t="t"/>
              <a:pathLst>
                <a:path extrusionOk="0" h="761" w="12696">
                  <a:moveTo>
                    <a:pt x="0" y="762"/>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3" name="Google Shape;333;p37"/>
            <p:cNvSpPr/>
            <p:nvPr/>
          </p:nvSpPr>
          <p:spPr>
            <a:xfrm>
              <a:off x="11311984" y="969890"/>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4" name="Google Shape;334;p37"/>
            <p:cNvSpPr/>
            <p:nvPr/>
          </p:nvSpPr>
          <p:spPr>
            <a:xfrm>
              <a:off x="11314396" y="972429"/>
              <a:ext cx="12696" cy="761"/>
            </a:xfrm>
            <a:custGeom>
              <a:rect b="b" l="l" r="r" t="t"/>
              <a:pathLst>
                <a:path extrusionOk="0" h="761" w="12696">
                  <a:moveTo>
                    <a:pt x="0" y="762"/>
                  </a:moveTo>
                  <a:cubicBezTo>
                    <a:pt x="0" y="762"/>
                    <a:pt x="0" y="762"/>
                    <a:pt x="0" y="0"/>
                  </a:cubicBezTo>
                  <a:lnTo>
                    <a:pt x="0" y="0"/>
                  </a:lnTo>
                  <a:cubicBezTo>
                    <a:pt x="0" y="0"/>
                    <a:pt x="0" y="635"/>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5" name="Google Shape;335;p37"/>
            <p:cNvSpPr/>
            <p:nvPr/>
          </p:nvSpPr>
          <p:spPr>
            <a:xfrm>
              <a:off x="10889434" y="843049"/>
              <a:ext cx="420391" cy="132553"/>
            </a:xfrm>
            <a:custGeom>
              <a:rect b="b" l="l" r="r" t="t"/>
              <a:pathLst>
                <a:path extrusionOk="0" h="132553" w="420391">
                  <a:moveTo>
                    <a:pt x="6729" y="5459"/>
                  </a:moveTo>
                  <a:cubicBezTo>
                    <a:pt x="5929" y="7555"/>
                    <a:pt x="3898" y="8926"/>
                    <a:pt x="1651" y="8888"/>
                  </a:cubicBezTo>
                  <a:lnTo>
                    <a:pt x="0" y="8888"/>
                  </a:lnTo>
                  <a:lnTo>
                    <a:pt x="2920" y="9777"/>
                  </a:lnTo>
                  <a:lnTo>
                    <a:pt x="409218" y="132554"/>
                  </a:lnTo>
                  <a:lnTo>
                    <a:pt x="416074" y="126967"/>
                  </a:lnTo>
                  <a:lnTo>
                    <a:pt x="416074" y="126967"/>
                  </a:lnTo>
                  <a:lnTo>
                    <a:pt x="417217" y="126967"/>
                  </a:lnTo>
                  <a:lnTo>
                    <a:pt x="418233" y="126967"/>
                  </a:lnTo>
                  <a:lnTo>
                    <a:pt x="419249" y="126967"/>
                  </a:lnTo>
                  <a:lnTo>
                    <a:pt x="420392" y="126967"/>
                  </a:lnTo>
                  <a:lnTo>
                    <a:pt x="420392" y="126967"/>
                  </a:lnTo>
                  <a:lnTo>
                    <a:pt x="2540" y="0"/>
                  </a:lnTo>
                  <a:cubicBezTo>
                    <a:pt x="5180" y="330"/>
                    <a:pt x="7059" y="2730"/>
                    <a:pt x="6742" y="5371"/>
                  </a:cubicBezTo>
                  <a:cubicBezTo>
                    <a:pt x="6742" y="5409"/>
                    <a:pt x="6729" y="5434"/>
                    <a:pt x="6729" y="545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6" name="Google Shape;336;p37"/>
            <p:cNvSpPr/>
            <p:nvPr/>
          </p:nvSpPr>
          <p:spPr>
            <a:xfrm>
              <a:off x="11051043" y="969382"/>
              <a:ext cx="254846" cy="214828"/>
            </a:xfrm>
            <a:custGeom>
              <a:rect b="b" l="l" r="r" t="t"/>
              <a:pathLst>
                <a:path extrusionOk="0" h="214828" w="254846">
                  <a:moveTo>
                    <a:pt x="254847" y="0"/>
                  </a:moveTo>
                  <a:lnTo>
                    <a:pt x="254847" y="0"/>
                  </a:lnTo>
                  <a:lnTo>
                    <a:pt x="247991" y="5587"/>
                  </a:lnTo>
                  <a:lnTo>
                    <a:pt x="3830" y="204417"/>
                  </a:lnTo>
                  <a:lnTo>
                    <a:pt x="1545" y="206321"/>
                  </a:lnTo>
                  <a:cubicBezTo>
                    <a:pt x="-347" y="207997"/>
                    <a:pt x="-524" y="210880"/>
                    <a:pt x="1139" y="212771"/>
                  </a:cubicBezTo>
                  <a:cubicBezTo>
                    <a:pt x="1266" y="212911"/>
                    <a:pt x="1406" y="213051"/>
                    <a:pt x="1545" y="213178"/>
                  </a:cubicBezTo>
                  <a:cubicBezTo>
                    <a:pt x="2611" y="214257"/>
                    <a:pt x="4085" y="214854"/>
                    <a:pt x="5608" y="214828"/>
                  </a:cubicBezTo>
                  <a:lnTo>
                    <a:pt x="7386" y="214828"/>
                  </a:lnTo>
                  <a:lnTo>
                    <a:pt x="8909" y="213940"/>
                  </a:lnTo>
                  <a:lnTo>
                    <a:pt x="8909" y="213940"/>
                  </a:lnTo>
                  <a:lnTo>
                    <a:pt x="10687" y="212543"/>
                  </a:lnTo>
                  <a:lnTo>
                    <a:pt x="252562" y="15490"/>
                  </a:lnTo>
                  <a:lnTo>
                    <a:pt x="252562" y="4571"/>
                  </a:lnTo>
                  <a:cubicBezTo>
                    <a:pt x="252384" y="2730"/>
                    <a:pt x="253272" y="965"/>
                    <a:pt x="254847"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7" name="Google Shape;337;p37"/>
            <p:cNvSpPr/>
            <p:nvPr/>
          </p:nvSpPr>
          <p:spPr>
            <a:xfrm>
              <a:off x="11314269" y="971413"/>
              <a:ext cx="57" cy="1015"/>
            </a:xfrm>
            <a:custGeom>
              <a:rect b="b" l="l" r="r" t="t"/>
              <a:pathLst>
                <a:path extrusionOk="0" h="1015" w="57">
                  <a:moveTo>
                    <a:pt x="0" y="762"/>
                  </a:moveTo>
                  <a:cubicBezTo>
                    <a:pt x="0" y="762"/>
                    <a:pt x="0" y="762"/>
                    <a:pt x="0" y="0"/>
                  </a:cubicBezTo>
                  <a:cubicBezTo>
                    <a:pt x="77" y="330"/>
                    <a:pt x="77" y="686"/>
                    <a:pt x="0" y="1016"/>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8" name="Google Shape;338;p37"/>
            <p:cNvSpPr/>
            <p:nvPr/>
          </p:nvSpPr>
          <p:spPr>
            <a:xfrm>
              <a:off x="11311222" y="969382"/>
              <a:ext cx="761" cy="12696"/>
            </a:xfrm>
            <a:custGeom>
              <a:rect b="b" l="l" r="r" t="t"/>
              <a:pathLst>
                <a:path extrusionOk="0" h="12696" w="761">
                  <a:moveTo>
                    <a:pt x="762" y="0"/>
                  </a:moveTo>
                  <a:cubicBezTo>
                    <a:pt x="762" y="0"/>
                    <a:pt x="762" y="0"/>
                    <a:pt x="0" y="0"/>
                  </a:cubicBezTo>
                  <a:lnTo>
                    <a:pt x="76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39" name="Google Shape;339;p37"/>
            <p:cNvSpPr/>
            <p:nvPr/>
          </p:nvSpPr>
          <p:spPr>
            <a:xfrm>
              <a:off x="11313381" y="970651"/>
              <a:ext cx="12696" cy="761"/>
            </a:xfrm>
            <a:custGeom>
              <a:rect b="b" l="l" r="r" t="t"/>
              <a:pathLst>
                <a:path extrusionOk="0" h="761" w="12696">
                  <a:moveTo>
                    <a:pt x="0" y="0"/>
                  </a:moveTo>
                  <a:cubicBezTo>
                    <a:pt x="0" y="0"/>
                    <a:pt x="0" y="0"/>
                    <a:pt x="0" y="0"/>
                  </a:cubicBezTo>
                  <a:lnTo>
                    <a:pt x="0" y="0"/>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0" name="Google Shape;340;p37"/>
            <p:cNvSpPr/>
            <p:nvPr/>
          </p:nvSpPr>
          <p:spPr>
            <a:xfrm>
              <a:off x="12075476" y="495174"/>
              <a:ext cx="115128" cy="42392"/>
            </a:xfrm>
            <a:custGeom>
              <a:rect b="b" l="l" r="r" t="t"/>
              <a:pathLst>
                <a:path extrusionOk="0" h="42392" w="115128">
                  <a:moveTo>
                    <a:pt x="6951" y="239"/>
                  </a:moveTo>
                  <a:cubicBezTo>
                    <a:pt x="4196" y="-586"/>
                    <a:pt x="1251" y="785"/>
                    <a:pt x="95" y="3413"/>
                  </a:cubicBezTo>
                  <a:cubicBezTo>
                    <a:pt x="-32" y="3959"/>
                    <a:pt x="-32" y="4518"/>
                    <a:pt x="95" y="5064"/>
                  </a:cubicBezTo>
                  <a:cubicBezTo>
                    <a:pt x="95" y="5064"/>
                    <a:pt x="95" y="5826"/>
                    <a:pt x="95" y="6080"/>
                  </a:cubicBezTo>
                  <a:cubicBezTo>
                    <a:pt x="95" y="6334"/>
                    <a:pt x="95" y="6715"/>
                    <a:pt x="95" y="6968"/>
                  </a:cubicBezTo>
                  <a:lnTo>
                    <a:pt x="730" y="7730"/>
                  </a:lnTo>
                  <a:lnTo>
                    <a:pt x="730" y="8492"/>
                  </a:lnTo>
                  <a:lnTo>
                    <a:pt x="1492" y="8492"/>
                  </a:lnTo>
                  <a:lnTo>
                    <a:pt x="2508" y="8492"/>
                  </a:lnTo>
                  <a:lnTo>
                    <a:pt x="2508" y="8492"/>
                  </a:lnTo>
                  <a:lnTo>
                    <a:pt x="115129" y="42392"/>
                  </a:lnTo>
                  <a:lnTo>
                    <a:pt x="115129" y="32108"/>
                  </a:lnTo>
                  <a:lnTo>
                    <a:pt x="9618" y="23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1" name="Google Shape;341;p37"/>
            <p:cNvSpPr/>
            <p:nvPr/>
          </p:nvSpPr>
          <p:spPr>
            <a:xfrm>
              <a:off x="12076276" y="81349"/>
              <a:ext cx="115217" cy="42813"/>
            </a:xfrm>
            <a:custGeom>
              <a:rect b="b" l="l" r="r" t="t"/>
              <a:pathLst>
                <a:path extrusionOk="0" h="42813" w="115217">
                  <a:moveTo>
                    <a:pt x="6151" y="279"/>
                  </a:moveTo>
                  <a:cubicBezTo>
                    <a:pt x="4260" y="-343"/>
                    <a:pt x="2177" y="89"/>
                    <a:pt x="692" y="1422"/>
                  </a:cubicBezTo>
                  <a:cubicBezTo>
                    <a:pt x="413" y="1663"/>
                    <a:pt x="196" y="1968"/>
                    <a:pt x="57" y="2311"/>
                  </a:cubicBezTo>
                  <a:cubicBezTo>
                    <a:pt x="19" y="2565"/>
                    <a:pt x="19" y="2819"/>
                    <a:pt x="57" y="3073"/>
                  </a:cubicBezTo>
                  <a:lnTo>
                    <a:pt x="57" y="3073"/>
                  </a:lnTo>
                  <a:lnTo>
                    <a:pt x="57" y="3708"/>
                  </a:lnTo>
                  <a:cubicBezTo>
                    <a:pt x="-7" y="4038"/>
                    <a:pt x="-7" y="4393"/>
                    <a:pt x="57" y="4723"/>
                  </a:cubicBezTo>
                  <a:cubicBezTo>
                    <a:pt x="-7" y="5015"/>
                    <a:pt x="-7" y="5320"/>
                    <a:pt x="57" y="5612"/>
                  </a:cubicBezTo>
                  <a:cubicBezTo>
                    <a:pt x="-19" y="5904"/>
                    <a:pt x="-19" y="6209"/>
                    <a:pt x="57" y="6501"/>
                  </a:cubicBezTo>
                  <a:cubicBezTo>
                    <a:pt x="31" y="6793"/>
                    <a:pt x="31" y="7098"/>
                    <a:pt x="57" y="7390"/>
                  </a:cubicBezTo>
                  <a:lnTo>
                    <a:pt x="692" y="8024"/>
                  </a:lnTo>
                  <a:cubicBezTo>
                    <a:pt x="971" y="8342"/>
                    <a:pt x="1314" y="8609"/>
                    <a:pt x="1708" y="8786"/>
                  </a:cubicBezTo>
                  <a:lnTo>
                    <a:pt x="2596" y="8786"/>
                  </a:lnTo>
                  <a:lnTo>
                    <a:pt x="2596" y="8786"/>
                  </a:lnTo>
                  <a:lnTo>
                    <a:pt x="9707" y="10945"/>
                  </a:lnTo>
                  <a:lnTo>
                    <a:pt x="115217" y="42814"/>
                  </a:lnTo>
                  <a:lnTo>
                    <a:pt x="115217" y="32529"/>
                  </a:lnTo>
                  <a:lnTo>
                    <a:pt x="14912" y="218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2" name="Google Shape;342;p37"/>
            <p:cNvSpPr/>
            <p:nvPr/>
          </p:nvSpPr>
          <p:spPr>
            <a:xfrm>
              <a:off x="11518816" y="1372121"/>
              <a:ext cx="672931" cy="224858"/>
            </a:xfrm>
            <a:custGeom>
              <a:rect b="b" l="l" r="r" t="t"/>
              <a:pathLst>
                <a:path extrusionOk="0" h="224858" w="672931">
                  <a:moveTo>
                    <a:pt x="7364" y="3555"/>
                  </a:moveTo>
                  <a:cubicBezTo>
                    <a:pt x="7161" y="6386"/>
                    <a:pt x="4736" y="8519"/>
                    <a:pt x="1904" y="8380"/>
                  </a:cubicBezTo>
                  <a:lnTo>
                    <a:pt x="0" y="8380"/>
                  </a:lnTo>
                  <a:lnTo>
                    <a:pt x="0" y="8380"/>
                  </a:lnTo>
                  <a:lnTo>
                    <a:pt x="672932" y="224859"/>
                  </a:lnTo>
                  <a:lnTo>
                    <a:pt x="672932" y="214448"/>
                  </a:lnTo>
                  <a:lnTo>
                    <a:pt x="7364" y="0"/>
                  </a:ln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3" name="Google Shape;343;p37"/>
            <p:cNvSpPr/>
            <p:nvPr/>
          </p:nvSpPr>
          <p:spPr>
            <a:xfrm>
              <a:off x="11515642" y="1166689"/>
              <a:ext cx="9" cy="888"/>
            </a:xfrm>
            <a:custGeom>
              <a:rect b="b" l="l" r="r" t="t"/>
              <a:pathLst>
                <a:path extrusionOk="0" h="888" w="9">
                  <a:moveTo>
                    <a:pt x="0" y="127"/>
                  </a:moveTo>
                  <a:cubicBezTo>
                    <a:pt x="0" y="127"/>
                    <a:pt x="0" y="127"/>
                    <a:pt x="0" y="889"/>
                  </a:cubicBezTo>
                  <a:cubicBezTo>
                    <a:pt x="12" y="597"/>
                    <a:pt x="12" y="292"/>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4" name="Google Shape;344;p37"/>
            <p:cNvSpPr/>
            <p:nvPr/>
          </p:nvSpPr>
          <p:spPr>
            <a:xfrm>
              <a:off x="11518816" y="1166054"/>
              <a:ext cx="672677" cy="223208"/>
            </a:xfrm>
            <a:custGeom>
              <a:rect b="b" l="l" r="r" t="t"/>
              <a:pathLst>
                <a:path extrusionOk="0" h="223208" w="672677">
                  <a:moveTo>
                    <a:pt x="5713" y="5967"/>
                  </a:moveTo>
                  <a:cubicBezTo>
                    <a:pt x="4647" y="6869"/>
                    <a:pt x="3301" y="7364"/>
                    <a:pt x="1904" y="7364"/>
                  </a:cubicBezTo>
                  <a:lnTo>
                    <a:pt x="0" y="7364"/>
                  </a:lnTo>
                  <a:lnTo>
                    <a:pt x="0" y="7364"/>
                  </a:lnTo>
                  <a:lnTo>
                    <a:pt x="1777" y="7364"/>
                  </a:lnTo>
                  <a:lnTo>
                    <a:pt x="672678" y="223208"/>
                  </a:lnTo>
                  <a:lnTo>
                    <a:pt x="672678" y="212797"/>
                  </a:lnTo>
                  <a:lnTo>
                    <a:pt x="124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5" name="Google Shape;345;p37"/>
            <p:cNvSpPr/>
            <p:nvPr/>
          </p:nvSpPr>
          <p:spPr>
            <a:xfrm>
              <a:off x="12104139" y="643457"/>
              <a:ext cx="87608" cy="36566"/>
            </a:xfrm>
            <a:custGeom>
              <a:rect b="b" l="l" r="r" t="t"/>
              <a:pathLst>
                <a:path extrusionOk="0" h="36566" w="87608">
                  <a:moveTo>
                    <a:pt x="0" y="0"/>
                  </a:moveTo>
                  <a:cubicBezTo>
                    <a:pt x="1080" y="127"/>
                    <a:pt x="2095" y="571"/>
                    <a:pt x="2920" y="1270"/>
                  </a:cubicBezTo>
                  <a:cubicBezTo>
                    <a:pt x="4850" y="3009"/>
                    <a:pt x="5002" y="5980"/>
                    <a:pt x="3263" y="7910"/>
                  </a:cubicBezTo>
                  <a:cubicBezTo>
                    <a:pt x="3162" y="8024"/>
                    <a:pt x="3047" y="8139"/>
                    <a:pt x="2920" y="8253"/>
                  </a:cubicBezTo>
                  <a:lnTo>
                    <a:pt x="635" y="10284"/>
                  </a:lnTo>
                  <a:lnTo>
                    <a:pt x="87608" y="36567"/>
                  </a:lnTo>
                  <a:lnTo>
                    <a:pt x="87608" y="26282"/>
                  </a:lnTo>
                  <a:lnTo>
                    <a:pt x="88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6" name="Google Shape;346;p37"/>
            <p:cNvSpPr/>
            <p:nvPr/>
          </p:nvSpPr>
          <p:spPr>
            <a:xfrm>
              <a:off x="11997740" y="2095706"/>
              <a:ext cx="189690" cy="251267"/>
            </a:xfrm>
            <a:custGeom>
              <a:rect b="b" l="l" r="r" t="t"/>
              <a:pathLst>
                <a:path extrusionOk="0" h="251267" w="189690">
                  <a:moveTo>
                    <a:pt x="184231" y="6475"/>
                  </a:moveTo>
                  <a:cubicBezTo>
                    <a:pt x="181425" y="6615"/>
                    <a:pt x="179038" y="4457"/>
                    <a:pt x="178899" y="1663"/>
                  </a:cubicBezTo>
                  <a:cubicBezTo>
                    <a:pt x="178899" y="1613"/>
                    <a:pt x="178899" y="1575"/>
                    <a:pt x="178899" y="1524"/>
                  </a:cubicBezTo>
                  <a:lnTo>
                    <a:pt x="178899" y="0"/>
                  </a:lnTo>
                  <a:lnTo>
                    <a:pt x="0" y="233746"/>
                  </a:lnTo>
                  <a:lnTo>
                    <a:pt x="0" y="249363"/>
                  </a:lnTo>
                  <a:cubicBezTo>
                    <a:pt x="0" y="249363"/>
                    <a:pt x="0" y="249363"/>
                    <a:pt x="0" y="249363"/>
                  </a:cubicBezTo>
                  <a:cubicBezTo>
                    <a:pt x="0" y="249363"/>
                    <a:pt x="0" y="249998"/>
                    <a:pt x="0" y="250379"/>
                  </a:cubicBezTo>
                  <a:lnTo>
                    <a:pt x="0" y="251268"/>
                  </a:lnTo>
                  <a:lnTo>
                    <a:pt x="0" y="251268"/>
                  </a:lnTo>
                  <a:lnTo>
                    <a:pt x="189691" y="3809"/>
                  </a:lnTo>
                  <a:lnTo>
                    <a:pt x="189691" y="3809"/>
                  </a:lnTo>
                  <a:cubicBezTo>
                    <a:pt x="188599" y="5752"/>
                    <a:pt x="186427" y="6806"/>
                    <a:pt x="184231" y="647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7" name="Google Shape;347;p37"/>
            <p:cNvSpPr/>
            <p:nvPr/>
          </p:nvSpPr>
          <p:spPr>
            <a:xfrm>
              <a:off x="12183621" y="1886338"/>
              <a:ext cx="1015" cy="12696"/>
            </a:xfrm>
            <a:custGeom>
              <a:rect b="b" l="l" r="r" t="t"/>
              <a:pathLst>
                <a:path extrusionOk="0" h="12696" w="1015">
                  <a:moveTo>
                    <a:pt x="1016"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8" name="Google Shape;348;p37"/>
            <p:cNvSpPr/>
            <p:nvPr/>
          </p:nvSpPr>
          <p:spPr>
            <a:xfrm>
              <a:off x="12176765" y="1890401"/>
              <a:ext cx="10537" cy="211909"/>
            </a:xfrm>
            <a:custGeom>
              <a:rect b="b" l="l" r="r" t="t"/>
              <a:pathLst>
                <a:path extrusionOk="0" h="211909" w="10537">
                  <a:moveTo>
                    <a:pt x="10538" y="1143"/>
                  </a:moveTo>
                  <a:lnTo>
                    <a:pt x="10538" y="1143"/>
                  </a:lnTo>
                  <a:cubicBezTo>
                    <a:pt x="10411" y="1739"/>
                    <a:pt x="10157" y="2311"/>
                    <a:pt x="9776" y="2793"/>
                  </a:cubicBezTo>
                  <a:lnTo>
                    <a:pt x="0" y="15490"/>
                  </a:lnTo>
                  <a:lnTo>
                    <a:pt x="0" y="206956"/>
                  </a:lnTo>
                  <a:cubicBezTo>
                    <a:pt x="63" y="209762"/>
                    <a:pt x="2399" y="211984"/>
                    <a:pt x="5193" y="211908"/>
                  </a:cubicBezTo>
                  <a:cubicBezTo>
                    <a:pt x="5243" y="211908"/>
                    <a:pt x="5281" y="211908"/>
                    <a:pt x="5332" y="211908"/>
                  </a:cubicBezTo>
                  <a:cubicBezTo>
                    <a:pt x="7237" y="211959"/>
                    <a:pt x="9027" y="210994"/>
                    <a:pt x="10030" y="209369"/>
                  </a:cubicBezTo>
                  <a:lnTo>
                    <a:pt x="10030" y="208480"/>
                  </a:lnTo>
                  <a:cubicBezTo>
                    <a:pt x="10081" y="208150"/>
                    <a:pt x="10081" y="207794"/>
                    <a:pt x="10030" y="207464"/>
                  </a:cubicBezTo>
                  <a:cubicBezTo>
                    <a:pt x="10030" y="207464"/>
                    <a:pt x="10030" y="207464"/>
                    <a:pt x="10030" y="207464"/>
                  </a:cubicBezTo>
                  <a:lnTo>
                    <a:pt x="10030" y="0"/>
                  </a:lnTo>
                  <a:cubicBezTo>
                    <a:pt x="10271" y="343"/>
                    <a:pt x="10436" y="736"/>
                    <a:pt x="10538" y="114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49" name="Google Shape;349;p37"/>
            <p:cNvSpPr/>
            <p:nvPr/>
          </p:nvSpPr>
          <p:spPr>
            <a:xfrm>
              <a:off x="11987075" y="1888496"/>
              <a:ext cx="197054" cy="247712"/>
            </a:xfrm>
            <a:custGeom>
              <a:rect b="b" l="l" r="r" t="t"/>
              <a:pathLst>
                <a:path extrusionOk="0" h="247712" w="197054">
                  <a:moveTo>
                    <a:pt x="6856" y="244792"/>
                  </a:moveTo>
                  <a:lnTo>
                    <a:pt x="6856" y="244792"/>
                  </a:lnTo>
                  <a:lnTo>
                    <a:pt x="7618" y="244792"/>
                  </a:lnTo>
                  <a:lnTo>
                    <a:pt x="7618" y="244792"/>
                  </a:lnTo>
                  <a:lnTo>
                    <a:pt x="7618" y="244792"/>
                  </a:lnTo>
                  <a:lnTo>
                    <a:pt x="7618" y="244792"/>
                  </a:lnTo>
                  <a:lnTo>
                    <a:pt x="7618" y="244792"/>
                  </a:lnTo>
                  <a:cubicBezTo>
                    <a:pt x="7618" y="244792"/>
                    <a:pt x="7618" y="244792"/>
                    <a:pt x="7618" y="244792"/>
                  </a:cubicBezTo>
                  <a:cubicBezTo>
                    <a:pt x="7618" y="244792"/>
                    <a:pt x="7618" y="244792"/>
                    <a:pt x="7618" y="244792"/>
                  </a:cubicBezTo>
                  <a:cubicBezTo>
                    <a:pt x="7669" y="245046"/>
                    <a:pt x="7669" y="245300"/>
                    <a:pt x="7618" y="245554"/>
                  </a:cubicBezTo>
                  <a:lnTo>
                    <a:pt x="7618" y="247712"/>
                  </a:lnTo>
                  <a:lnTo>
                    <a:pt x="186516" y="14347"/>
                  </a:lnTo>
                  <a:lnTo>
                    <a:pt x="196292" y="1650"/>
                  </a:lnTo>
                  <a:cubicBezTo>
                    <a:pt x="196674" y="1168"/>
                    <a:pt x="196927" y="597"/>
                    <a:pt x="197054" y="0"/>
                  </a:cubicBezTo>
                  <a:cubicBezTo>
                    <a:pt x="196369" y="2298"/>
                    <a:pt x="194236" y="3847"/>
                    <a:pt x="191849" y="3809"/>
                  </a:cubicBezTo>
                  <a:lnTo>
                    <a:pt x="190706" y="3809"/>
                  </a:lnTo>
                  <a:lnTo>
                    <a:pt x="182834" y="2158"/>
                  </a:lnTo>
                  <a:lnTo>
                    <a:pt x="0" y="24060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0" name="Google Shape;350;p37"/>
            <p:cNvSpPr/>
            <p:nvPr/>
          </p:nvSpPr>
          <p:spPr>
            <a:xfrm>
              <a:off x="12184256" y="1886300"/>
              <a:ext cx="888" cy="38"/>
            </a:xfrm>
            <a:custGeom>
              <a:rect b="b" l="l" r="r" t="t"/>
              <a:pathLst>
                <a:path extrusionOk="0" h="38" w="888">
                  <a:moveTo>
                    <a:pt x="889" y="38"/>
                  </a:moveTo>
                  <a:lnTo>
                    <a:pt x="889" y="38"/>
                  </a:lnTo>
                  <a:lnTo>
                    <a:pt x="0" y="38"/>
                  </a:lnTo>
                  <a:cubicBezTo>
                    <a:pt x="292" y="-13"/>
                    <a:pt x="597" y="-13"/>
                    <a:pt x="889" y="3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1" name="Google Shape;351;p37"/>
            <p:cNvSpPr/>
            <p:nvPr/>
          </p:nvSpPr>
          <p:spPr>
            <a:xfrm>
              <a:off x="11994185" y="2133796"/>
              <a:ext cx="761" cy="12696"/>
            </a:xfrm>
            <a:custGeom>
              <a:rect b="b" l="l" r="r" t="t"/>
              <a:pathLst>
                <a:path extrusionOk="0" h="12696" w="761">
                  <a:moveTo>
                    <a:pt x="762"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2" name="Google Shape;352;p37"/>
            <p:cNvSpPr/>
            <p:nvPr/>
          </p:nvSpPr>
          <p:spPr>
            <a:xfrm>
              <a:off x="11987836" y="2137986"/>
              <a:ext cx="10804" cy="207210"/>
            </a:xfrm>
            <a:custGeom>
              <a:rect b="b" l="l" r="r" t="t"/>
              <a:pathLst>
                <a:path extrusionOk="0" h="207210" w="10804">
                  <a:moveTo>
                    <a:pt x="9903" y="0"/>
                  </a:moveTo>
                  <a:lnTo>
                    <a:pt x="9903" y="0"/>
                  </a:lnTo>
                  <a:cubicBezTo>
                    <a:pt x="9903" y="0"/>
                    <a:pt x="9903" y="635"/>
                    <a:pt x="9903" y="1016"/>
                  </a:cubicBezTo>
                  <a:cubicBezTo>
                    <a:pt x="9903" y="1396"/>
                    <a:pt x="9903" y="1016"/>
                    <a:pt x="9903" y="1016"/>
                  </a:cubicBezTo>
                  <a:lnTo>
                    <a:pt x="9903" y="1016"/>
                  </a:lnTo>
                  <a:cubicBezTo>
                    <a:pt x="9903" y="1016"/>
                    <a:pt x="9903" y="1777"/>
                    <a:pt x="9903" y="2032"/>
                  </a:cubicBezTo>
                  <a:lnTo>
                    <a:pt x="0" y="14728"/>
                  </a:lnTo>
                  <a:lnTo>
                    <a:pt x="0" y="205179"/>
                  </a:lnTo>
                  <a:lnTo>
                    <a:pt x="1015" y="203909"/>
                  </a:lnTo>
                  <a:cubicBezTo>
                    <a:pt x="2869" y="201687"/>
                    <a:pt x="6082" y="201204"/>
                    <a:pt x="8507" y="202766"/>
                  </a:cubicBezTo>
                  <a:cubicBezTo>
                    <a:pt x="10030" y="203706"/>
                    <a:pt x="10919" y="205420"/>
                    <a:pt x="10792" y="207210"/>
                  </a:cubicBezTo>
                  <a:cubicBezTo>
                    <a:pt x="10792" y="207210"/>
                    <a:pt x="10792" y="207210"/>
                    <a:pt x="10792" y="207210"/>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3" name="Google Shape;353;p37"/>
            <p:cNvSpPr/>
            <p:nvPr/>
          </p:nvSpPr>
          <p:spPr>
            <a:xfrm>
              <a:off x="11996470" y="2135066"/>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4" name="Google Shape;354;p37"/>
            <p:cNvSpPr/>
            <p:nvPr/>
          </p:nvSpPr>
          <p:spPr>
            <a:xfrm>
              <a:off x="11997359" y="213659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5" name="Google Shape;355;p37"/>
            <p:cNvSpPr/>
            <p:nvPr/>
          </p:nvSpPr>
          <p:spPr>
            <a:xfrm>
              <a:off x="10397976" y="1652845"/>
              <a:ext cx="1596716" cy="487426"/>
            </a:xfrm>
            <a:custGeom>
              <a:rect b="b" l="l" r="r" t="t"/>
              <a:pathLst>
                <a:path extrusionOk="0" h="487426" w="1596716">
                  <a:moveTo>
                    <a:pt x="6439" y="0"/>
                  </a:moveTo>
                  <a:lnTo>
                    <a:pt x="4154" y="0"/>
                  </a:lnTo>
                  <a:lnTo>
                    <a:pt x="3265" y="0"/>
                  </a:lnTo>
                  <a:lnTo>
                    <a:pt x="2249" y="0"/>
                  </a:lnTo>
                  <a:cubicBezTo>
                    <a:pt x="1348" y="584"/>
                    <a:pt x="637" y="1422"/>
                    <a:pt x="218" y="2412"/>
                  </a:cubicBezTo>
                  <a:cubicBezTo>
                    <a:pt x="-582" y="5028"/>
                    <a:pt x="890" y="7796"/>
                    <a:pt x="3506" y="8596"/>
                  </a:cubicBezTo>
                  <a:cubicBezTo>
                    <a:pt x="3557" y="8608"/>
                    <a:pt x="3595" y="8621"/>
                    <a:pt x="3646" y="8634"/>
                  </a:cubicBezTo>
                  <a:lnTo>
                    <a:pt x="6566" y="9523"/>
                  </a:lnTo>
                  <a:lnTo>
                    <a:pt x="1585797" y="487427"/>
                  </a:lnTo>
                  <a:lnTo>
                    <a:pt x="1589860" y="482094"/>
                  </a:lnTo>
                  <a:cubicBezTo>
                    <a:pt x="1591549" y="480114"/>
                    <a:pt x="1594342" y="479491"/>
                    <a:pt x="1596716" y="480570"/>
                  </a:cubicBezTo>
                  <a:lnTo>
                    <a:pt x="1596716" y="480570"/>
                  </a:lnTo>
                  <a:lnTo>
                    <a:pt x="1596716" y="480570"/>
                  </a:lnTo>
                  <a:lnTo>
                    <a:pt x="1592908" y="479428"/>
                  </a:lnTo>
                  <a:lnTo>
                    <a:pt x="15580" y="2793"/>
                  </a:lnTo>
                  <a:lnTo>
                    <a:pt x="6820" y="127"/>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6" name="Google Shape;356;p37"/>
            <p:cNvSpPr/>
            <p:nvPr/>
          </p:nvSpPr>
          <p:spPr>
            <a:xfrm>
              <a:off x="11995962" y="2134431"/>
              <a:ext cx="761" cy="761"/>
            </a:xfrm>
            <a:custGeom>
              <a:rect b="b" l="l" r="r" t="t"/>
              <a:pathLst>
                <a:path extrusionOk="0" h="761" w="761">
                  <a:moveTo>
                    <a:pt x="0" y="0"/>
                  </a:moveTo>
                  <a:lnTo>
                    <a:pt x="0" y="0"/>
                  </a:lnTo>
                  <a:lnTo>
                    <a:pt x="762"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7" name="Google Shape;357;p37"/>
            <p:cNvSpPr/>
            <p:nvPr/>
          </p:nvSpPr>
          <p:spPr>
            <a:xfrm>
              <a:off x="11997359" y="2139510"/>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8" name="Google Shape;358;p37"/>
            <p:cNvSpPr/>
            <p:nvPr/>
          </p:nvSpPr>
          <p:spPr>
            <a:xfrm>
              <a:off x="11997613" y="2137732"/>
              <a:ext cx="12696" cy="12696"/>
            </a:xfrm>
            <a:custGeom>
              <a:rect b="b" l="l" r="r" t="t"/>
              <a:pathLst>
                <a:path extrusionOk="0" h="12696" w="12696">
                  <a:moveTo>
                    <a:pt x="0" y="0"/>
                  </a:move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59" name="Google Shape;359;p37"/>
            <p:cNvSpPr/>
            <p:nvPr/>
          </p:nvSpPr>
          <p:spPr>
            <a:xfrm>
              <a:off x="11997105" y="2135955"/>
              <a:ext cx="12696" cy="888"/>
            </a:xfrm>
            <a:custGeom>
              <a:rect b="b" l="l" r="r" t="t"/>
              <a:pathLst>
                <a:path extrusionOk="0" h="888" w="12696">
                  <a:moveTo>
                    <a:pt x="0" y="0"/>
                  </a:moveTo>
                  <a:cubicBezTo>
                    <a:pt x="0" y="0"/>
                    <a:pt x="0" y="0"/>
                    <a:pt x="0" y="0"/>
                  </a:cubicBezTo>
                  <a:lnTo>
                    <a:pt x="0" y="88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0" name="Google Shape;360;p37"/>
            <p:cNvSpPr/>
            <p:nvPr/>
          </p:nvSpPr>
          <p:spPr>
            <a:xfrm>
              <a:off x="11112136" y="2825894"/>
              <a:ext cx="175470" cy="148932"/>
            </a:xfrm>
            <a:custGeom>
              <a:rect b="b" l="l" r="r" t="t"/>
              <a:pathLst>
                <a:path extrusionOk="0" h="148932" w="175470">
                  <a:moveTo>
                    <a:pt x="166709" y="1651"/>
                  </a:moveTo>
                  <a:lnTo>
                    <a:pt x="166709" y="0"/>
                  </a:lnTo>
                  <a:lnTo>
                    <a:pt x="1651" y="134331"/>
                  </a:lnTo>
                  <a:lnTo>
                    <a:pt x="1651" y="145250"/>
                  </a:lnTo>
                  <a:cubicBezTo>
                    <a:pt x="1651" y="145250"/>
                    <a:pt x="1651" y="145250"/>
                    <a:pt x="1651" y="146012"/>
                  </a:cubicBezTo>
                  <a:cubicBezTo>
                    <a:pt x="1651" y="146774"/>
                    <a:pt x="1651" y="146012"/>
                    <a:pt x="1651" y="146774"/>
                  </a:cubicBezTo>
                  <a:lnTo>
                    <a:pt x="1651" y="146774"/>
                  </a:lnTo>
                  <a:cubicBezTo>
                    <a:pt x="1333" y="147650"/>
                    <a:pt x="762" y="148399"/>
                    <a:pt x="0" y="148932"/>
                  </a:cubicBezTo>
                  <a:lnTo>
                    <a:pt x="0" y="148932"/>
                  </a:lnTo>
                  <a:lnTo>
                    <a:pt x="175470" y="5840"/>
                  </a:lnTo>
                  <a:lnTo>
                    <a:pt x="175470" y="5840"/>
                  </a:lnTo>
                  <a:cubicBezTo>
                    <a:pt x="174467" y="6755"/>
                    <a:pt x="173147" y="7262"/>
                    <a:pt x="171788" y="7237"/>
                  </a:cubicBezTo>
                  <a:cubicBezTo>
                    <a:pt x="168919" y="7174"/>
                    <a:pt x="166633" y="4799"/>
                    <a:pt x="166697" y="1917"/>
                  </a:cubicBezTo>
                  <a:cubicBezTo>
                    <a:pt x="166697" y="1828"/>
                    <a:pt x="166709" y="1739"/>
                    <a:pt x="166709" y="16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1" name="Google Shape;361;p37"/>
            <p:cNvSpPr/>
            <p:nvPr/>
          </p:nvSpPr>
          <p:spPr>
            <a:xfrm>
              <a:off x="9832931" y="2603574"/>
              <a:ext cx="1275650" cy="372013"/>
            </a:xfrm>
            <a:custGeom>
              <a:rect b="b" l="l" r="r" t="t"/>
              <a:pathLst>
                <a:path extrusionOk="0" h="372013" w="1275650">
                  <a:moveTo>
                    <a:pt x="1270444" y="367062"/>
                  </a:moveTo>
                  <a:lnTo>
                    <a:pt x="1270444" y="360460"/>
                  </a:lnTo>
                  <a:lnTo>
                    <a:pt x="7237" y="0"/>
                  </a:lnTo>
                  <a:lnTo>
                    <a:pt x="7237" y="3555"/>
                  </a:lnTo>
                  <a:cubicBezTo>
                    <a:pt x="7174" y="6361"/>
                    <a:pt x="4837" y="8583"/>
                    <a:pt x="2044" y="8507"/>
                  </a:cubicBezTo>
                  <a:cubicBezTo>
                    <a:pt x="1993" y="8507"/>
                    <a:pt x="1955" y="8507"/>
                    <a:pt x="1905" y="8507"/>
                  </a:cubicBezTo>
                  <a:lnTo>
                    <a:pt x="0" y="8507"/>
                  </a:lnTo>
                  <a:lnTo>
                    <a:pt x="0" y="8507"/>
                  </a:lnTo>
                  <a:lnTo>
                    <a:pt x="1274000" y="372014"/>
                  </a:lnTo>
                  <a:lnTo>
                    <a:pt x="1275650" y="372014"/>
                  </a:lnTo>
                  <a:cubicBezTo>
                    <a:pt x="1272870" y="372014"/>
                    <a:pt x="1270584" y="369842"/>
                    <a:pt x="1270444" y="3670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2" name="Google Shape;362;p37"/>
            <p:cNvSpPr/>
            <p:nvPr/>
          </p:nvSpPr>
          <p:spPr>
            <a:xfrm>
              <a:off x="11113914" y="2971398"/>
              <a:ext cx="9" cy="888"/>
            </a:xfrm>
            <a:custGeom>
              <a:rect b="b" l="l" r="r" t="t"/>
              <a:pathLst>
                <a:path extrusionOk="0" h="888" w="9">
                  <a:moveTo>
                    <a:pt x="0" y="762"/>
                  </a:moveTo>
                  <a:cubicBezTo>
                    <a:pt x="0" y="762"/>
                    <a:pt x="0" y="762"/>
                    <a:pt x="0" y="0"/>
                  </a:cubicBezTo>
                  <a:cubicBezTo>
                    <a:pt x="12" y="292"/>
                    <a:pt x="12" y="597"/>
                    <a:pt x="0"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3" name="Google Shape;363;p37"/>
            <p:cNvSpPr/>
            <p:nvPr/>
          </p:nvSpPr>
          <p:spPr>
            <a:xfrm>
              <a:off x="9829884" y="2501620"/>
              <a:ext cx="12696" cy="12696"/>
            </a:xfrm>
            <a:custGeom>
              <a:rect b="b" l="l" r="r" t="t"/>
              <a:pathLst>
                <a:path extrusionOk="0" h="12696" w="12696">
                  <a:moveTo>
                    <a:pt x="0" y="0"/>
                  </a:moveTo>
                  <a:lnTo>
                    <a:pt x="0" y="0"/>
                  </a:ln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4" name="Google Shape;364;p37"/>
            <p:cNvSpPr/>
            <p:nvPr/>
          </p:nvSpPr>
          <p:spPr>
            <a:xfrm>
              <a:off x="9831153" y="2500096"/>
              <a:ext cx="12696" cy="12696"/>
            </a:xfrm>
            <a:custGeom>
              <a:rect b="b" l="l" r="r" t="t"/>
              <a:pathLst>
                <a:path extrusionOk="0" h="12696" w="12696">
                  <a:moveTo>
                    <a:pt x="0" y="0"/>
                  </a:moveTo>
                  <a:cubicBezTo>
                    <a:pt x="0" y="0"/>
                    <a:pt x="0" y="0"/>
                    <a:pt x="0" y="0"/>
                  </a:cubicBezTo>
                  <a:lnTo>
                    <a:pt x="0"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5" name="Google Shape;365;p37"/>
            <p:cNvSpPr/>
            <p:nvPr/>
          </p:nvSpPr>
          <p:spPr>
            <a:xfrm>
              <a:off x="9831106" y="2505302"/>
              <a:ext cx="9069" cy="107160"/>
            </a:xfrm>
            <a:custGeom>
              <a:rect b="b" l="l" r="r" t="t"/>
              <a:pathLst>
                <a:path extrusionOk="0" h="107160" w="9069">
                  <a:moveTo>
                    <a:pt x="9063" y="101827"/>
                  </a:moveTo>
                  <a:lnTo>
                    <a:pt x="9063" y="4952"/>
                  </a:lnTo>
                  <a:lnTo>
                    <a:pt x="1952" y="3174"/>
                  </a:lnTo>
                  <a:lnTo>
                    <a:pt x="1952" y="3174"/>
                  </a:lnTo>
                  <a:lnTo>
                    <a:pt x="1064" y="3174"/>
                  </a:lnTo>
                  <a:lnTo>
                    <a:pt x="48" y="2539"/>
                  </a:lnTo>
                  <a:lnTo>
                    <a:pt x="48" y="2539"/>
                  </a:lnTo>
                  <a:cubicBezTo>
                    <a:pt x="48" y="2539"/>
                    <a:pt x="48" y="2539"/>
                    <a:pt x="48" y="2539"/>
                  </a:cubicBezTo>
                  <a:lnTo>
                    <a:pt x="48" y="1778"/>
                  </a:lnTo>
                  <a:cubicBezTo>
                    <a:pt x="-3" y="1448"/>
                    <a:pt x="-3" y="1092"/>
                    <a:pt x="48" y="762"/>
                  </a:cubicBezTo>
                  <a:cubicBezTo>
                    <a:pt x="-16" y="508"/>
                    <a:pt x="-16" y="254"/>
                    <a:pt x="48" y="0"/>
                  </a:cubicBezTo>
                  <a:lnTo>
                    <a:pt x="48" y="0"/>
                  </a:lnTo>
                  <a:lnTo>
                    <a:pt x="48" y="0"/>
                  </a:lnTo>
                  <a:lnTo>
                    <a:pt x="48" y="103732"/>
                  </a:lnTo>
                  <a:cubicBezTo>
                    <a:pt x="48" y="103732"/>
                    <a:pt x="48" y="103732"/>
                    <a:pt x="48" y="104748"/>
                  </a:cubicBezTo>
                  <a:lnTo>
                    <a:pt x="48" y="105637"/>
                  </a:lnTo>
                  <a:lnTo>
                    <a:pt x="48" y="106398"/>
                  </a:lnTo>
                  <a:lnTo>
                    <a:pt x="683" y="107160"/>
                  </a:lnTo>
                  <a:lnTo>
                    <a:pt x="1445" y="107160"/>
                  </a:lnTo>
                  <a:lnTo>
                    <a:pt x="2460" y="107160"/>
                  </a:lnTo>
                  <a:lnTo>
                    <a:pt x="4365" y="107160"/>
                  </a:lnTo>
                  <a:cubicBezTo>
                    <a:pt x="7120" y="106957"/>
                    <a:pt x="9202" y="104583"/>
                    <a:pt x="9063" y="10182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6" name="Google Shape;366;p37"/>
            <p:cNvSpPr/>
            <p:nvPr/>
          </p:nvSpPr>
          <p:spPr>
            <a:xfrm>
              <a:off x="11103502" y="2869063"/>
              <a:ext cx="10538" cy="106404"/>
            </a:xfrm>
            <a:custGeom>
              <a:rect b="b" l="l" r="r" t="t"/>
              <a:pathLst>
                <a:path extrusionOk="0" h="106404" w="10538">
                  <a:moveTo>
                    <a:pt x="10539" y="102335"/>
                  </a:moveTo>
                  <a:cubicBezTo>
                    <a:pt x="10539" y="102335"/>
                    <a:pt x="10539" y="102335"/>
                    <a:pt x="10539" y="101574"/>
                  </a:cubicBezTo>
                  <a:lnTo>
                    <a:pt x="10539" y="0"/>
                  </a:lnTo>
                  <a:lnTo>
                    <a:pt x="8761" y="1397"/>
                  </a:lnTo>
                  <a:lnTo>
                    <a:pt x="8761" y="1397"/>
                  </a:lnTo>
                  <a:cubicBezTo>
                    <a:pt x="7822" y="2133"/>
                    <a:pt x="6653" y="2527"/>
                    <a:pt x="5460" y="2539"/>
                  </a:cubicBezTo>
                  <a:cubicBezTo>
                    <a:pt x="4914" y="2679"/>
                    <a:pt x="4355" y="2679"/>
                    <a:pt x="3809" y="2539"/>
                  </a:cubicBezTo>
                  <a:lnTo>
                    <a:pt x="0" y="1524"/>
                  </a:lnTo>
                  <a:lnTo>
                    <a:pt x="0" y="101447"/>
                  </a:lnTo>
                  <a:cubicBezTo>
                    <a:pt x="139" y="104316"/>
                    <a:pt x="2577" y="106538"/>
                    <a:pt x="5447" y="106398"/>
                  </a:cubicBezTo>
                  <a:cubicBezTo>
                    <a:pt x="5447" y="106398"/>
                    <a:pt x="5460" y="106398"/>
                    <a:pt x="5460" y="106398"/>
                  </a:cubicBezTo>
                  <a:cubicBezTo>
                    <a:pt x="6450" y="106360"/>
                    <a:pt x="7415" y="106056"/>
                    <a:pt x="8253" y="105510"/>
                  </a:cubicBezTo>
                  <a:lnTo>
                    <a:pt x="8253" y="105510"/>
                  </a:lnTo>
                  <a:lnTo>
                    <a:pt x="8253" y="105510"/>
                  </a:lnTo>
                  <a:cubicBezTo>
                    <a:pt x="9015" y="104976"/>
                    <a:pt x="9586" y="104227"/>
                    <a:pt x="9904" y="103351"/>
                  </a:cubicBezTo>
                  <a:cubicBezTo>
                    <a:pt x="10145" y="103034"/>
                    <a:pt x="10348" y="102691"/>
                    <a:pt x="10539" y="10233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7" name="Google Shape;367;p37"/>
            <p:cNvSpPr/>
            <p:nvPr/>
          </p:nvSpPr>
          <p:spPr>
            <a:xfrm>
              <a:off x="9830861" y="2500223"/>
              <a:ext cx="673" cy="761"/>
            </a:xfrm>
            <a:custGeom>
              <a:rect b="b" l="l" r="r" t="t"/>
              <a:pathLst>
                <a:path extrusionOk="0" h="761" w="673">
                  <a:moveTo>
                    <a:pt x="38" y="127"/>
                  </a:moveTo>
                  <a:cubicBezTo>
                    <a:pt x="-13" y="330"/>
                    <a:pt x="-13" y="559"/>
                    <a:pt x="38" y="762"/>
                  </a:cubicBezTo>
                  <a:lnTo>
                    <a:pt x="67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8" name="Google Shape;368;p37"/>
            <p:cNvSpPr/>
            <p:nvPr/>
          </p:nvSpPr>
          <p:spPr>
            <a:xfrm>
              <a:off x="9829719" y="2501239"/>
              <a:ext cx="37" cy="761"/>
            </a:xfrm>
            <a:custGeom>
              <a:rect b="b" l="l" r="r" t="t"/>
              <a:pathLst>
                <a:path extrusionOk="0" h="761" w="37">
                  <a:moveTo>
                    <a:pt x="38" y="762"/>
                  </a:moveTo>
                  <a:lnTo>
                    <a:pt x="38" y="762"/>
                  </a:lnTo>
                  <a:lnTo>
                    <a:pt x="38" y="762"/>
                  </a:lnTo>
                  <a:cubicBezTo>
                    <a:pt x="-13" y="508"/>
                    <a:pt x="-13" y="254"/>
                    <a:pt x="3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69" name="Google Shape;369;p37"/>
            <p:cNvSpPr/>
            <p:nvPr/>
          </p:nvSpPr>
          <p:spPr>
            <a:xfrm>
              <a:off x="11108835" y="2870840"/>
              <a:ext cx="3301" cy="1142"/>
            </a:xfrm>
            <a:custGeom>
              <a:rect b="b" l="l" r="r" t="t"/>
              <a:pathLst>
                <a:path extrusionOk="0" h="1142" w="3301">
                  <a:moveTo>
                    <a:pt x="3301" y="0"/>
                  </a:moveTo>
                  <a:cubicBezTo>
                    <a:pt x="2362" y="736"/>
                    <a:pt x="1193" y="1130"/>
                    <a:pt x="0" y="1143"/>
                  </a:cubicBezTo>
                  <a:cubicBezTo>
                    <a:pt x="1193" y="1130"/>
                    <a:pt x="2362" y="736"/>
                    <a:pt x="3301"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0" name="Google Shape;370;p37"/>
            <p:cNvSpPr/>
            <p:nvPr/>
          </p:nvSpPr>
          <p:spPr>
            <a:xfrm>
              <a:off x="9833185" y="2501493"/>
              <a:ext cx="1275649" cy="370594"/>
            </a:xfrm>
            <a:custGeom>
              <a:rect b="b" l="l" r="r" t="t"/>
              <a:pathLst>
                <a:path extrusionOk="0" h="370594" w="1275649">
                  <a:moveTo>
                    <a:pt x="1271968" y="362491"/>
                  </a:moveTo>
                  <a:lnTo>
                    <a:pt x="1274253" y="360586"/>
                  </a:lnTo>
                  <a:lnTo>
                    <a:pt x="12570" y="0"/>
                  </a:lnTo>
                  <a:lnTo>
                    <a:pt x="5460" y="5713"/>
                  </a:lnTo>
                  <a:cubicBezTo>
                    <a:pt x="4469" y="6551"/>
                    <a:pt x="3200" y="7009"/>
                    <a:pt x="1904" y="6983"/>
                  </a:cubicBezTo>
                  <a:lnTo>
                    <a:pt x="0" y="6983"/>
                  </a:lnTo>
                  <a:lnTo>
                    <a:pt x="0" y="6983"/>
                  </a:lnTo>
                  <a:lnTo>
                    <a:pt x="6983" y="9015"/>
                  </a:lnTo>
                  <a:lnTo>
                    <a:pt x="1270190" y="369474"/>
                  </a:lnTo>
                  <a:lnTo>
                    <a:pt x="1273999" y="370490"/>
                  </a:lnTo>
                  <a:cubicBezTo>
                    <a:pt x="1274545" y="370629"/>
                    <a:pt x="1275104" y="370629"/>
                    <a:pt x="1275650" y="370490"/>
                  </a:cubicBezTo>
                  <a:cubicBezTo>
                    <a:pt x="1274152" y="370541"/>
                    <a:pt x="1272692" y="369995"/>
                    <a:pt x="1271587" y="368966"/>
                  </a:cubicBezTo>
                  <a:cubicBezTo>
                    <a:pt x="1269962" y="367049"/>
                    <a:pt x="1270127" y="364205"/>
                    <a:pt x="1271968" y="36249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1" name="Google Shape;371;p37"/>
            <p:cNvSpPr/>
            <p:nvPr/>
          </p:nvSpPr>
          <p:spPr>
            <a:xfrm>
              <a:off x="10025123" y="2340343"/>
              <a:ext cx="1261087" cy="385627"/>
            </a:xfrm>
            <a:custGeom>
              <a:rect b="b" l="l" r="r" t="t"/>
              <a:pathLst>
                <a:path extrusionOk="0" h="385627" w="1261087">
                  <a:moveTo>
                    <a:pt x="3213" y="9424"/>
                  </a:moveTo>
                  <a:lnTo>
                    <a:pt x="315808" y="103888"/>
                  </a:lnTo>
                  <a:lnTo>
                    <a:pt x="1074951" y="333190"/>
                  </a:lnTo>
                  <a:lnTo>
                    <a:pt x="1248644" y="385627"/>
                  </a:lnTo>
                  <a:lnTo>
                    <a:pt x="1255501" y="380041"/>
                  </a:lnTo>
                  <a:cubicBezTo>
                    <a:pt x="1257100" y="378822"/>
                    <a:pt x="1259196" y="378492"/>
                    <a:pt x="1261087" y="379152"/>
                  </a:cubicBezTo>
                  <a:lnTo>
                    <a:pt x="1261087" y="379152"/>
                  </a:lnTo>
                  <a:lnTo>
                    <a:pt x="6894" y="282"/>
                  </a:lnTo>
                  <a:cubicBezTo>
                    <a:pt x="4165" y="-619"/>
                    <a:pt x="1194" y="701"/>
                    <a:pt x="38" y="3329"/>
                  </a:cubicBezTo>
                  <a:cubicBezTo>
                    <a:pt x="-13" y="3660"/>
                    <a:pt x="-13" y="4003"/>
                    <a:pt x="38" y="4345"/>
                  </a:cubicBezTo>
                  <a:cubicBezTo>
                    <a:pt x="-165" y="6554"/>
                    <a:pt x="1130" y="8637"/>
                    <a:pt x="3213" y="94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2" name="Google Shape;372;p37"/>
            <p:cNvSpPr/>
            <p:nvPr/>
          </p:nvSpPr>
          <p:spPr>
            <a:xfrm>
              <a:off x="11289384" y="2724955"/>
              <a:ext cx="47" cy="761"/>
            </a:xfrm>
            <a:custGeom>
              <a:rect b="b" l="l" r="r" t="t"/>
              <a:pathLst>
                <a:path extrusionOk="0" h="761" w="47">
                  <a:moveTo>
                    <a:pt x="0" y="635"/>
                  </a:moveTo>
                  <a:cubicBezTo>
                    <a:pt x="64" y="432"/>
                    <a:pt x="64" y="203"/>
                    <a:pt x="0" y="0"/>
                  </a:cubicBezTo>
                  <a:cubicBezTo>
                    <a:pt x="50" y="254"/>
                    <a:pt x="50" y="508"/>
                    <a:pt x="0" y="76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3" name="Google Shape;373;p37"/>
            <p:cNvSpPr/>
            <p:nvPr/>
          </p:nvSpPr>
          <p:spPr>
            <a:xfrm>
              <a:off x="11104869" y="2721066"/>
              <a:ext cx="184435" cy="152824"/>
            </a:xfrm>
            <a:custGeom>
              <a:rect b="b" l="l" r="r" t="t"/>
              <a:pathLst>
                <a:path extrusionOk="0" h="152824" w="184435">
                  <a:moveTo>
                    <a:pt x="182992" y="6556"/>
                  </a:moveTo>
                  <a:cubicBezTo>
                    <a:pt x="183664" y="6111"/>
                    <a:pt x="184160" y="5425"/>
                    <a:pt x="184388" y="4651"/>
                  </a:cubicBezTo>
                  <a:cubicBezTo>
                    <a:pt x="184439" y="4397"/>
                    <a:pt x="184439" y="4143"/>
                    <a:pt x="184388" y="3889"/>
                  </a:cubicBezTo>
                  <a:cubicBezTo>
                    <a:pt x="184452" y="3559"/>
                    <a:pt x="184452" y="3204"/>
                    <a:pt x="184388" y="2873"/>
                  </a:cubicBezTo>
                  <a:cubicBezTo>
                    <a:pt x="184452" y="2581"/>
                    <a:pt x="184452" y="2277"/>
                    <a:pt x="184388" y="1985"/>
                  </a:cubicBezTo>
                  <a:cubicBezTo>
                    <a:pt x="184388" y="1985"/>
                    <a:pt x="184388" y="1985"/>
                    <a:pt x="184388" y="1096"/>
                  </a:cubicBezTo>
                  <a:cubicBezTo>
                    <a:pt x="184388" y="207"/>
                    <a:pt x="184388" y="1096"/>
                    <a:pt x="184388" y="334"/>
                  </a:cubicBezTo>
                  <a:lnTo>
                    <a:pt x="184388" y="334"/>
                  </a:lnTo>
                  <a:lnTo>
                    <a:pt x="184388" y="334"/>
                  </a:lnTo>
                  <a:lnTo>
                    <a:pt x="183626" y="334"/>
                  </a:lnTo>
                  <a:lnTo>
                    <a:pt x="182610" y="334"/>
                  </a:lnTo>
                  <a:cubicBezTo>
                    <a:pt x="180719" y="-326"/>
                    <a:pt x="178624" y="4"/>
                    <a:pt x="177024" y="1223"/>
                  </a:cubicBezTo>
                  <a:lnTo>
                    <a:pt x="170168" y="6809"/>
                  </a:lnTo>
                  <a:lnTo>
                    <a:pt x="3839" y="142410"/>
                  </a:lnTo>
                  <a:lnTo>
                    <a:pt x="1554" y="144315"/>
                  </a:lnTo>
                  <a:cubicBezTo>
                    <a:pt x="-376" y="146054"/>
                    <a:pt x="-529" y="149025"/>
                    <a:pt x="1211" y="150955"/>
                  </a:cubicBezTo>
                  <a:cubicBezTo>
                    <a:pt x="1313" y="151069"/>
                    <a:pt x="1427" y="151184"/>
                    <a:pt x="1554" y="151298"/>
                  </a:cubicBezTo>
                  <a:cubicBezTo>
                    <a:pt x="2659" y="152326"/>
                    <a:pt x="4119" y="152872"/>
                    <a:pt x="5617" y="152822"/>
                  </a:cubicBezTo>
                  <a:cubicBezTo>
                    <a:pt x="6810" y="152809"/>
                    <a:pt x="7979" y="152415"/>
                    <a:pt x="8918" y="151679"/>
                  </a:cubicBezTo>
                  <a:lnTo>
                    <a:pt x="8918" y="151679"/>
                  </a:lnTo>
                  <a:lnTo>
                    <a:pt x="10696" y="150282"/>
                  </a:lnTo>
                  <a:lnTo>
                    <a:pt x="180833" y="1163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4" name="Google Shape;374;p37"/>
            <p:cNvSpPr/>
            <p:nvPr/>
          </p:nvSpPr>
          <p:spPr>
            <a:xfrm>
              <a:off x="11617470" y="2340221"/>
              <a:ext cx="379901" cy="502813"/>
            </a:xfrm>
            <a:custGeom>
              <a:rect b="b" l="l" r="r" t="t"/>
              <a:pathLst>
                <a:path extrusionOk="0" h="502813" w="379901">
                  <a:moveTo>
                    <a:pt x="379890" y="6372"/>
                  </a:moveTo>
                  <a:cubicBezTo>
                    <a:pt x="379890" y="6372"/>
                    <a:pt x="379890" y="5738"/>
                    <a:pt x="379890" y="5357"/>
                  </a:cubicBezTo>
                  <a:cubicBezTo>
                    <a:pt x="380016" y="3566"/>
                    <a:pt x="379128" y="1852"/>
                    <a:pt x="377604" y="913"/>
                  </a:cubicBezTo>
                  <a:cubicBezTo>
                    <a:pt x="375179" y="-649"/>
                    <a:pt x="371966" y="-167"/>
                    <a:pt x="370113" y="2055"/>
                  </a:cubicBezTo>
                  <a:lnTo>
                    <a:pt x="369097" y="3325"/>
                  </a:lnTo>
                  <a:lnTo>
                    <a:pt x="889" y="484276"/>
                  </a:lnTo>
                  <a:lnTo>
                    <a:pt x="889" y="499893"/>
                  </a:lnTo>
                  <a:cubicBezTo>
                    <a:pt x="889" y="499893"/>
                    <a:pt x="889" y="499893"/>
                    <a:pt x="889" y="500655"/>
                  </a:cubicBezTo>
                  <a:cubicBezTo>
                    <a:pt x="889" y="501417"/>
                    <a:pt x="889" y="500655"/>
                    <a:pt x="889" y="501417"/>
                  </a:cubicBezTo>
                  <a:lnTo>
                    <a:pt x="889" y="501417"/>
                  </a:lnTo>
                  <a:lnTo>
                    <a:pt x="0" y="502813"/>
                  </a:lnTo>
                  <a:cubicBezTo>
                    <a:pt x="0" y="502813"/>
                    <a:pt x="0" y="502813"/>
                    <a:pt x="0" y="502813"/>
                  </a:cubicBezTo>
                  <a:lnTo>
                    <a:pt x="379001" y="7642"/>
                  </a:lnTo>
                  <a:lnTo>
                    <a:pt x="379001" y="764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5" name="Google Shape;375;p37"/>
            <p:cNvSpPr/>
            <p:nvPr/>
          </p:nvSpPr>
          <p:spPr>
            <a:xfrm>
              <a:off x="11279052" y="2743111"/>
              <a:ext cx="47" cy="1015"/>
            </a:xfrm>
            <a:custGeom>
              <a:rect b="b" l="l" r="r" t="t"/>
              <a:pathLst>
                <a:path extrusionOk="0" h="1015" w="47">
                  <a:moveTo>
                    <a:pt x="48" y="1016"/>
                  </a:moveTo>
                  <a:cubicBezTo>
                    <a:pt x="-16" y="685"/>
                    <a:pt x="-16" y="330"/>
                    <a:pt x="48" y="0"/>
                  </a:cubicBezTo>
                  <a:lnTo>
                    <a:pt x="48"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6" name="Google Shape;376;p37"/>
            <p:cNvSpPr/>
            <p:nvPr/>
          </p:nvSpPr>
          <p:spPr>
            <a:xfrm>
              <a:off x="11618476" y="2840876"/>
              <a:ext cx="9" cy="888"/>
            </a:xfrm>
            <a:custGeom>
              <a:rect b="b" l="l" r="r" t="t"/>
              <a:pathLst>
                <a:path extrusionOk="0" h="888" w="9">
                  <a:moveTo>
                    <a:pt x="9" y="762"/>
                  </a:moveTo>
                  <a:cubicBezTo>
                    <a:pt x="9" y="762"/>
                    <a:pt x="9" y="762"/>
                    <a:pt x="9" y="0"/>
                  </a:cubicBezTo>
                  <a:cubicBezTo>
                    <a:pt x="-3" y="292"/>
                    <a:pt x="-3" y="597"/>
                    <a:pt x="9" y="88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7" name="Google Shape;377;p37"/>
            <p:cNvSpPr/>
            <p:nvPr/>
          </p:nvSpPr>
          <p:spPr>
            <a:xfrm>
              <a:off x="11285067" y="2740191"/>
              <a:ext cx="328213" cy="104754"/>
            </a:xfrm>
            <a:custGeom>
              <a:rect b="b" l="l" r="r" t="t"/>
              <a:pathLst>
                <a:path extrusionOk="0" h="104754" w="328213">
                  <a:moveTo>
                    <a:pt x="322880" y="99923"/>
                  </a:moveTo>
                  <a:lnTo>
                    <a:pt x="322880" y="93194"/>
                  </a:lnTo>
                  <a:lnTo>
                    <a:pt x="889" y="0"/>
                  </a:lnTo>
                  <a:lnTo>
                    <a:pt x="0" y="0"/>
                  </a:lnTo>
                  <a:cubicBezTo>
                    <a:pt x="2565" y="191"/>
                    <a:pt x="4571" y="2260"/>
                    <a:pt x="4698" y="4825"/>
                  </a:cubicBezTo>
                  <a:lnTo>
                    <a:pt x="4698" y="11554"/>
                  </a:lnTo>
                  <a:lnTo>
                    <a:pt x="326563" y="104748"/>
                  </a:lnTo>
                  <a:lnTo>
                    <a:pt x="328213" y="104748"/>
                  </a:lnTo>
                  <a:cubicBezTo>
                    <a:pt x="325407" y="104887"/>
                    <a:pt x="323020" y="102742"/>
                    <a:pt x="322880" y="99936"/>
                  </a:cubicBezTo>
                  <a:cubicBezTo>
                    <a:pt x="322880" y="99936"/>
                    <a:pt x="322880" y="99923"/>
                    <a:pt x="322880" y="999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8" name="Google Shape;378;p37"/>
            <p:cNvSpPr/>
            <p:nvPr/>
          </p:nvSpPr>
          <p:spPr>
            <a:xfrm>
              <a:off x="9832709" y="2320830"/>
              <a:ext cx="166804" cy="51410"/>
            </a:xfrm>
            <a:custGeom>
              <a:rect b="b" l="l" r="r" t="t"/>
              <a:pathLst>
                <a:path extrusionOk="0" h="51410" w="166804">
                  <a:moveTo>
                    <a:pt x="166805" y="45951"/>
                  </a:moveTo>
                  <a:lnTo>
                    <a:pt x="166805" y="45951"/>
                  </a:lnTo>
                  <a:lnTo>
                    <a:pt x="33108" y="7861"/>
                  </a:lnTo>
                  <a:lnTo>
                    <a:pt x="10634" y="1386"/>
                  </a:lnTo>
                  <a:lnTo>
                    <a:pt x="6825" y="243"/>
                  </a:lnTo>
                  <a:cubicBezTo>
                    <a:pt x="4057" y="-607"/>
                    <a:pt x="1111" y="840"/>
                    <a:pt x="95" y="3544"/>
                  </a:cubicBezTo>
                  <a:cubicBezTo>
                    <a:pt x="-32" y="4090"/>
                    <a:pt x="-32" y="4649"/>
                    <a:pt x="95" y="5195"/>
                  </a:cubicBezTo>
                  <a:cubicBezTo>
                    <a:pt x="95" y="5195"/>
                    <a:pt x="95" y="5830"/>
                    <a:pt x="95" y="6211"/>
                  </a:cubicBezTo>
                  <a:cubicBezTo>
                    <a:pt x="108" y="6503"/>
                    <a:pt x="108" y="6807"/>
                    <a:pt x="95" y="7099"/>
                  </a:cubicBezTo>
                  <a:lnTo>
                    <a:pt x="95" y="7099"/>
                  </a:lnTo>
                  <a:cubicBezTo>
                    <a:pt x="197" y="7430"/>
                    <a:pt x="425" y="7709"/>
                    <a:pt x="731" y="7861"/>
                  </a:cubicBezTo>
                  <a:lnTo>
                    <a:pt x="1493" y="7861"/>
                  </a:lnTo>
                  <a:lnTo>
                    <a:pt x="2508" y="7861"/>
                  </a:lnTo>
                  <a:lnTo>
                    <a:pt x="2508" y="7861"/>
                  </a:lnTo>
                  <a:lnTo>
                    <a:pt x="153346" y="51411"/>
                  </a:lnTo>
                  <a:lnTo>
                    <a:pt x="160456" y="45698"/>
                  </a:lnTo>
                  <a:cubicBezTo>
                    <a:pt x="162437" y="44529"/>
                    <a:pt x="164925" y="44618"/>
                    <a:pt x="166805" y="459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79" name="Google Shape;379;p37"/>
            <p:cNvSpPr/>
            <p:nvPr/>
          </p:nvSpPr>
          <p:spPr>
            <a:xfrm>
              <a:off x="10002687" y="2372748"/>
              <a:ext cx="47" cy="761"/>
            </a:xfrm>
            <a:custGeom>
              <a:rect b="b" l="l" r="r" t="t"/>
              <a:pathLst>
                <a:path extrusionOk="0" h="761" w="47">
                  <a:moveTo>
                    <a:pt x="0" y="0"/>
                  </a:moveTo>
                  <a:lnTo>
                    <a:pt x="0" y="0"/>
                  </a:lnTo>
                  <a:cubicBezTo>
                    <a:pt x="64" y="254"/>
                    <a:pt x="64" y="508"/>
                    <a:pt x="0" y="762"/>
                  </a:cubicBez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0" name="Google Shape;380;p37"/>
            <p:cNvSpPr/>
            <p:nvPr/>
          </p:nvSpPr>
          <p:spPr>
            <a:xfrm>
              <a:off x="11610614" y="2134414"/>
              <a:ext cx="386148" cy="498743"/>
            </a:xfrm>
            <a:custGeom>
              <a:rect b="b" l="l" r="r" t="t"/>
              <a:pathLst>
                <a:path extrusionOk="0" h="498743" w="386148">
                  <a:moveTo>
                    <a:pt x="386110" y="5858"/>
                  </a:moveTo>
                  <a:cubicBezTo>
                    <a:pt x="386110" y="5858"/>
                    <a:pt x="386110" y="5223"/>
                    <a:pt x="386110" y="4842"/>
                  </a:cubicBezTo>
                  <a:lnTo>
                    <a:pt x="386110" y="4842"/>
                  </a:lnTo>
                  <a:cubicBezTo>
                    <a:pt x="386110" y="4842"/>
                    <a:pt x="386110" y="4207"/>
                    <a:pt x="386110" y="3826"/>
                  </a:cubicBezTo>
                  <a:lnTo>
                    <a:pt x="386110" y="2937"/>
                  </a:lnTo>
                  <a:cubicBezTo>
                    <a:pt x="386161" y="2683"/>
                    <a:pt x="386161" y="2430"/>
                    <a:pt x="386110" y="2175"/>
                  </a:cubicBezTo>
                  <a:lnTo>
                    <a:pt x="386110" y="2175"/>
                  </a:lnTo>
                  <a:lnTo>
                    <a:pt x="386110" y="1287"/>
                  </a:lnTo>
                  <a:lnTo>
                    <a:pt x="386110" y="1287"/>
                  </a:lnTo>
                  <a:lnTo>
                    <a:pt x="386110" y="1287"/>
                  </a:lnTo>
                  <a:lnTo>
                    <a:pt x="385348" y="525"/>
                  </a:lnTo>
                  <a:lnTo>
                    <a:pt x="385348" y="525"/>
                  </a:lnTo>
                  <a:lnTo>
                    <a:pt x="385348" y="525"/>
                  </a:lnTo>
                  <a:cubicBezTo>
                    <a:pt x="382975" y="-554"/>
                    <a:pt x="380181" y="68"/>
                    <a:pt x="378492" y="2049"/>
                  </a:cubicBezTo>
                  <a:lnTo>
                    <a:pt x="374429" y="7381"/>
                  </a:lnTo>
                  <a:lnTo>
                    <a:pt x="0" y="492776"/>
                  </a:lnTo>
                  <a:lnTo>
                    <a:pt x="3809" y="493792"/>
                  </a:lnTo>
                  <a:lnTo>
                    <a:pt x="3809" y="493792"/>
                  </a:lnTo>
                  <a:lnTo>
                    <a:pt x="4825" y="493792"/>
                  </a:lnTo>
                  <a:lnTo>
                    <a:pt x="5587" y="493792"/>
                  </a:lnTo>
                  <a:lnTo>
                    <a:pt x="5587" y="494554"/>
                  </a:lnTo>
                  <a:lnTo>
                    <a:pt x="6221" y="495315"/>
                  </a:lnTo>
                  <a:cubicBezTo>
                    <a:pt x="6234" y="495608"/>
                    <a:pt x="6234" y="495912"/>
                    <a:pt x="6221" y="496204"/>
                  </a:cubicBezTo>
                  <a:cubicBezTo>
                    <a:pt x="6221" y="496204"/>
                    <a:pt x="6221" y="496839"/>
                    <a:pt x="6221" y="497220"/>
                  </a:cubicBezTo>
                  <a:lnTo>
                    <a:pt x="6221" y="497220"/>
                  </a:lnTo>
                  <a:lnTo>
                    <a:pt x="6221" y="498744"/>
                  </a:lnTo>
                  <a:lnTo>
                    <a:pt x="374429" y="1792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1" name="Google Shape;381;p37"/>
            <p:cNvSpPr/>
            <p:nvPr/>
          </p:nvSpPr>
          <p:spPr>
            <a:xfrm>
              <a:off x="11608074" y="2632904"/>
              <a:ext cx="10586" cy="212187"/>
            </a:xfrm>
            <a:custGeom>
              <a:rect b="b" l="l" r="r" t="t"/>
              <a:pathLst>
                <a:path extrusionOk="0" h="212187" w="10586">
                  <a:moveTo>
                    <a:pt x="10539" y="207972"/>
                  </a:moveTo>
                  <a:cubicBezTo>
                    <a:pt x="10539" y="207972"/>
                    <a:pt x="10539" y="207972"/>
                    <a:pt x="10539" y="207210"/>
                  </a:cubicBezTo>
                  <a:lnTo>
                    <a:pt x="10539" y="0"/>
                  </a:lnTo>
                  <a:lnTo>
                    <a:pt x="10539" y="0"/>
                  </a:lnTo>
                  <a:cubicBezTo>
                    <a:pt x="10602" y="546"/>
                    <a:pt x="10602" y="1105"/>
                    <a:pt x="10539" y="1651"/>
                  </a:cubicBezTo>
                  <a:cubicBezTo>
                    <a:pt x="9662" y="3746"/>
                    <a:pt x="7605" y="5104"/>
                    <a:pt x="5332" y="5079"/>
                  </a:cubicBezTo>
                  <a:lnTo>
                    <a:pt x="3683" y="5079"/>
                  </a:lnTo>
                  <a:lnTo>
                    <a:pt x="0" y="4063"/>
                  </a:lnTo>
                  <a:lnTo>
                    <a:pt x="0" y="207210"/>
                  </a:lnTo>
                  <a:cubicBezTo>
                    <a:pt x="139" y="210016"/>
                    <a:pt x="2514" y="212175"/>
                    <a:pt x="5320" y="212035"/>
                  </a:cubicBezTo>
                  <a:cubicBezTo>
                    <a:pt x="5320" y="212035"/>
                    <a:pt x="5332" y="212035"/>
                    <a:pt x="5332" y="212035"/>
                  </a:cubicBezTo>
                  <a:cubicBezTo>
                    <a:pt x="6082" y="212238"/>
                    <a:pt x="6869" y="212238"/>
                    <a:pt x="7619" y="212035"/>
                  </a:cubicBezTo>
                  <a:lnTo>
                    <a:pt x="8253" y="212035"/>
                  </a:lnTo>
                  <a:lnTo>
                    <a:pt x="8253" y="212035"/>
                  </a:lnTo>
                  <a:lnTo>
                    <a:pt x="8253" y="212035"/>
                  </a:lnTo>
                  <a:lnTo>
                    <a:pt x="9015" y="211273"/>
                  </a:lnTo>
                  <a:lnTo>
                    <a:pt x="9904" y="209877"/>
                  </a:lnTo>
                  <a:cubicBezTo>
                    <a:pt x="10031" y="209217"/>
                    <a:pt x="10246" y="208582"/>
                    <a:pt x="10539" y="20797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2" name="Google Shape;382;p37"/>
            <p:cNvSpPr/>
            <p:nvPr/>
          </p:nvSpPr>
          <p:spPr>
            <a:xfrm>
              <a:off x="9833010" y="2113154"/>
              <a:ext cx="1785220" cy="523050"/>
            </a:xfrm>
            <a:custGeom>
              <a:rect b="b" l="l" r="r" t="t"/>
              <a:pathLst>
                <a:path extrusionOk="0" h="523050" w="1785220">
                  <a:moveTo>
                    <a:pt x="1785221" y="517718"/>
                  </a:moveTo>
                  <a:lnTo>
                    <a:pt x="1784586" y="516956"/>
                  </a:lnTo>
                  <a:lnTo>
                    <a:pt x="1784586" y="516194"/>
                  </a:lnTo>
                  <a:lnTo>
                    <a:pt x="1783825" y="516194"/>
                  </a:lnTo>
                  <a:lnTo>
                    <a:pt x="1782809" y="516194"/>
                  </a:lnTo>
                  <a:lnTo>
                    <a:pt x="1782809" y="516194"/>
                  </a:lnTo>
                  <a:lnTo>
                    <a:pt x="1779000" y="515179"/>
                  </a:lnTo>
                  <a:lnTo>
                    <a:pt x="15157" y="2867"/>
                  </a:lnTo>
                  <a:lnTo>
                    <a:pt x="6269" y="200"/>
                  </a:lnTo>
                  <a:cubicBezTo>
                    <a:pt x="4352" y="-308"/>
                    <a:pt x="2307" y="162"/>
                    <a:pt x="809" y="1470"/>
                  </a:cubicBezTo>
                  <a:lnTo>
                    <a:pt x="48" y="2359"/>
                  </a:lnTo>
                  <a:lnTo>
                    <a:pt x="48" y="3120"/>
                  </a:lnTo>
                  <a:lnTo>
                    <a:pt x="48" y="3120"/>
                  </a:lnTo>
                  <a:cubicBezTo>
                    <a:pt x="48" y="3120"/>
                    <a:pt x="48" y="3120"/>
                    <a:pt x="48" y="3755"/>
                  </a:cubicBezTo>
                  <a:lnTo>
                    <a:pt x="48" y="4771"/>
                  </a:lnTo>
                  <a:cubicBezTo>
                    <a:pt x="-16" y="5063"/>
                    <a:pt x="-16" y="5368"/>
                    <a:pt x="48" y="5660"/>
                  </a:cubicBezTo>
                  <a:cubicBezTo>
                    <a:pt x="-3" y="5952"/>
                    <a:pt x="-3" y="6257"/>
                    <a:pt x="48" y="6549"/>
                  </a:cubicBezTo>
                  <a:lnTo>
                    <a:pt x="48" y="7438"/>
                  </a:lnTo>
                  <a:lnTo>
                    <a:pt x="48" y="7438"/>
                  </a:lnTo>
                  <a:lnTo>
                    <a:pt x="1064" y="8199"/>
                  </a:lnTo>
                  <a:lnTo>
                    <a:pt x="1952" y="8199"/>
                  </a:lnTo>
                  <a:lnTo>
                    <a:pt x="1952" y="8199"/>
                  </a:lnTo>
                  <a:lnTo>
                    <a:pt x="8936" y="10231"/>
                  </a:lnTo>
                  <a:lnTo>
                    <a:pt x="1773794" y="522035"/>
                  </a:lnTo>
                  <a:lnTo>
                    <a:pt x="1777476" y="523051"/>
                  </a:lnTo>
                  <a:lnTo>
                    <a:pt x="1779127" y="523051"/>
                  </a:lnTo>
                  <a:cubicBezTo>
                    <a:pt x="1781400" y="523076"/>
                    <a:pt x="1783456" y="521717"/>
                    <a:pt x="1784333" y="519623"/>
                  </a:cubicBezTo>
                  <a:cubicBezTo>
                    <a:pt x="1784396" y="519077"/>
                    <a:pt x="1784396" y="518518"/>
                    <a:pt x="1784333" y="517972"/>
                  </a:cubicBezTo>
                  <a:cubicBezTo>
                    <a:pt x="1784333" y="517972"/>
                    <a:pt x="1784333" y="517210"/>
                    <a:pt x="1784333" y="516956"/>
                  </a:cubicBezTo>
                  <a:cubicBezTo>
                    <a:pt x="1784612" y="517235"/>
                    <a:pt x="1784904" y="517490"/>
                    <a:pt x="1785221" y="51771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3" name="Google Shape;383;p37"/>
            <p:cNvSpPr/>
            <p:nvPr/>
          </p:nvSpPr>
          <p:spPr>
            <a:xfrm>
              <a:off x="9848167" y="355369"/>
              <a:ext cx="218004" cy="175087"/>
            </a:xfrm>
            <a:custGeom>
              <a:rect b="b" l="l" r="r" t="t"/>
              <a:pathLst>
                <a:path extrusionOk="0" h="175087" w="218004">
                  <a:moveTo>
                    <a:pt x="3047" y="172421"/>
                  </a:moveTo>
                  <a:lnTo>
                    <a:pt x="11808" y="175088"/>
                  </a:lnTo>
                  <a:lnTo>
                    <a:pt x="218004" y="7364"/>
                  </a:lnTo>
                  <a:cubicBezTo>
                    <a:pt x="216989" y="8151"/>
                    <a:pt x="215745" y="8596"/>
                    <a:pt x="214450" y="8634"/>
                  </a:cubicBezTo>
                  <a:cubicBezTo>
                    <a:pt x="212926" y="8634"/>
                    <a:pt x="211478" y="8037"/>
                    <a:pt x="210386" y="6983"/>
                  </a:cubicBezTo>
                  <a:cubicBezTo>
                    <a:pt x="208456" y="5244"/>
                    <a:pt x="208304" y="2273"/>
                    <a:pt x="210031" y="343"/>
                  </a:cubicBezTo>
                  <a:cubicBezTo>
                    <a:pt x="210145" y="229"/>
                    <a:pt x="210259" y="114"/>
                    <a:pt x="210386" y="0"/>
                  </a:cubicBezTo>
                  <a:lnTo>
                    <a:pt x="208609" y="1524"/>
                  </a:lnTo>
                  <a:lnTo>
                    <a:pt x="0" y="17115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4" name="Google Shape;384;p37"/>
            <p:cNvSpPr/>
            <p:nvPr/>
          </p:nvSpPr>
          <p:spPr>
            <a:xfrm>
              <a:off x="10056255" y="317787"/>
              <a:ext cx="55909" cy="45835"/>
            </a:xfrm>
            <a:custGeom>
              <a:rect b="b" l="l" r="r" t="t"/>
              <a:pathLst>
                <a:path extrusionOk="0" h="45835" w="55909">
                  <a:moveTo>
                    <a:pt x="2299" y="44184"/>
                  </a:moveTo>
                  <a:cubicBezTo>
                    <a:pt x="3391" y="45238"/>
                    <a:pt x="4851" y="45835"/>
                    <a:pt x="6362" y="45835"/>
                  </a:cubicBezTo>
                  <a:cubicBezTo>
                    <a:pt x="7657" y="45797"/>
                    <a:pt x="8902" y="45353"/>
                    <a:pt x="9917" y="44565"/>
                  </a:cubicBezTo>
                  <a:lnTo>
                    <a:pt x="52071" y="10284"/>
                  </a:lnTo>
                  <a:lnTo>
                    <a:pt x="54356" y="8380"/>
                  </a:lnTo>
                  <a:cubicBezTo>
                    <a:pt x="56286" y="6640"/>
                    <a:pt x="56438" y="3669"/>
                    <a:pt x="54699" y="1739"/>
                  </a:cubicBezTo>
                  <a:cubicBezTo>
                    <a:pt x="54598" y="1625"/>
                    <a:pt x="54483" y="1511"/>
                    <a:pt x="54356" y="1397"/>
                  </a:cubicBezTo>
                  <a:cubicBezTo>
                    <a:pt x="53506" y="635"/>
                    <a:pt x="52439" y="139"/>
                    <a:pt x="51309" y="0"/>
                  </a:cubicBezTo>
                  <a:lnTo>
                    <a:pt x="49151" y="0"/>
                  </a:lnTo>
                  <a:lnTo>
                    <a:pt x="48262" y="0"/>
                  </a:lnTo>
                  <a:lnTo>
                    <a:pt x="47246" y="0"/>
                  </a:lnTo>
                  <a:lnTo>
                    <a:pt x="46611" y="0"/>
                  </a:lnTo>
                  <a:lnTo>
                    <a:pt x="11187" y="28821"/>
                  </a:lnTo>
                  <a:lnTo>
                    <a:pt x="2172" y="36185"/>
                  </a:lnTo>
                  <a:cubicBezTo>
                    <a:pt x="-12" y="37582"/>
                    <a:pt x="-660" y="40490"/>
                    <a:pt x="738" y="42674"/>
                  </a:cubicBezTo>
                  <a:cubicBezTo>
                    <a:pt x="1131" y="43296"/>
                    <a:pt x="1665" y="43804"/>
                    <a:pt x="2299" y="4418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5" name="Google Shape;385;p37"/>
            <p:cNvSpPr/>
            <p:nvPr/>
          </p:nvSpPr>
          <p:spPr>
            <a:xfrm>
              <a:off x="9211168" y="515220"/>
              <a:ext cx="133697" cy="111225"/>
            </a:xfrm>
            <a:custGeom>
              <a:rect b="b" l="l" r="r" t="t"/>
              <a:pathLst>
                <a:path extrusionOk="0" h="111225" w="133697">
                  <a:moveTo>
                    <a:pt x="381" y="104875"/>
                  </a:moveTo>
                  <a:lnTo>
                    <a:pt x="381" y="104875"/>
                  </a:lnTo>
                  <a:lnTo>
                    <a:pt x="381" y="105637"/>
                  </a:lnTo>
                  <a:lnTo>
                    <a:pt x="381" y="105637"/>
                  </a:lnTo>
                  <a:lnTo>
                    <a:pt x="381" y="105637"/>
                  </a:lnTo>
                  <a:cubicBezTo>
                    <a:pt x="381" y="105637"/>
                    <a:pt x="381" y="105637"/>
                    <a:pt x="381" y="106398"/>
                  </a:cubicBezTo>
                  <a:cubicBezTo>
                    <a:pt x="381" y="107160"/>
                    <a:pt x="381" y="106398"/>
                    <a:pt x="381" y="107287"/>
                  </a:cubicBezTo>
                  <a:lnTo>
                    <a:pt x="381" y="107287"/>
                  </a:lnTo>
                  <a:cubicBezTo>
                    <a:pt x="381" y="107287"/>
                    <a:pt x="381" y="107287"/>
                    <a:pt x="381" y="108176"/>
                  </a:cubicBezTo>
                  <a:cubicBezTo>
                    <a:pt x="330" y="108519"/>
                    <a:pt x="330" y="108849"/>
                    <a:pt x="381" y="109192"/>
                  </a:cubicBezTo>
                  <a:cubicBezTo>
                    <a:pt x="343" y="109446"/>
                    <a:pt x="343" y="109700"/>
                    <a:pt x="381" y="109954"/>
                  </a:cubicBezTo>
                  <a:cubicBezTo>
                    <a:pt x="343" y="110169"/>
                    <a:pt x="343" y="110373"/>
                    <a:pt x="381" y="110588"/>
                  </a:cubicBezTo>
                  <a:lnTo>
                    <a:pt x="381" y="110588"/>
                  </a:lnTo>
                  <a:lnTo>
                    <a:pt x="1396" y="111223"/>
                  </a:lnTo>
                  <a:lnTo>
                    <a:pt x="2158" y="111223"/>
                  </a:lnTo>
                  <a:lnTo>
                    <a:pt x="4063" y="111223"/>
                  </a:lnTo>
                  <a:cubicBezTo>
                    <a:pt x="5408" y="111261"/>
                    <a:pt x="6717" y="110817"/>
                    <a:pt x="7745" y="109954"/>
                  </a:cubicBezTo>
                  <a:lnTo>
                    <a:pt x="14601" y="104367"/>
                  </a:lnTo>
                  <a:lnTo>
                    <a:pt x="133697" y="7364"/>
                  </a:lnTo>
                  <a:cubicBezTo>
                    <a:pt x="132669" y="8113"/>
                    <a:pt x="131424" y="8520"/>
                    <a:pt x="130142" y="8507"/>
                  </a:cubicBezTo>
                  <a:cubicBezTo>
                    <a:pt x="128619" y="8532"/>
                    <a:pt x="127146" y="7935"/>
                    <a:pt x="126079" y="6856"/>
                  </a:cubicBezTo>
                  <a:cubicBezTo>
                    <a:pt x="124188" y="5180"/>
                    <a:pt x="124009" y="2298"/>
                    <a:pt x="125673" y="406"/>
                  </a:cubicBezTo>
                  <a:cubicBezTo>
                    <a:pt x="125800" y="267"/>
                    <a:pt x="125940" y="127"/>
                    <a:pt x="126079" y="0"/>
                  </a:cubicBezTo>
                  <a:lnTo>
                    <a:pt x="126079" y="0"/>
                  </a:lnTo>
                  <a:lnTo>
                    <a:pt x="119096" y="5587"/>
                  </a:lnTo>
                  <a:lnTo>
                    <a:pt x="0" y="1027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6" name="Google Shape;386;p37"/>
            <p:cNvSpPr/>
            <p:nvPr/>
          </p:nvSpPr>
          <p:spPr>
            <a:xfrm>
              <a:off x="9336337" y="413520"/>
              <a:ext cx="134734" cy="112239"/>
            </a:xfrm>
            <a:custGeom>
              <a:rect b="b" l="l" r="r" t="t"/>
              <a:pathLst>
                <a:path extrusionOk="0" h="112239" w="134734">
                  <a:moveTo>
                    <a:pt x="1545" y="103732"/>
                  </a:moveTo>
                  <a:cubicBezTo>
                    <a:pt x="-346" y="105408"/>
                    <a:pt x="-525" y="108290"/>
                    <a:pt x="1139" y="110182"/>
                  </a:cubicBezTo>
                  <a:cubicBezTo>
                    <a:pt x="1266" y="110322"/>
                    <a:pt x="1406" y="110461"/>
                    <a:pt x="1545" y="110588"/>
                  </a:cubicBezTo>
                  <a:cubicBezTo>
                    <a:pt x="2612" y="111667"/>
                    <a:pt x="4085" y="112264"/>
                    <a:pt x="5608" y="112239"/>
                  </a:cubicBezTo>
                  <a:cubicBezTo>
                    <a:pt x="6891" y="112252"/>
                    <a:pt x="8135" y="111845"/>
                    <a:pt x="9163" y="111096"/>
                  </a:cubicBezTo>
                  <a:lnTo>
                    <a:pt x="9163" y="111096"/>
                  </a:lnTo>
                  <a:lnTo>
                    <a:pt x="134735" y="9523"/>
                  </a:lnTo>
                  <a:lnTo>
                    <a:pt x="131815" y="8634"/>
                  </a:lnTo>
                  <a:cubicBezTo>
                    <a:pt x="129275" y="8088"/>
                    <a:pt x="127676" y="5587"/>
                    <a:pt x="128221" y="3047"/>
                  </a:cubicBezTo>
                  <a:cubicBezTo>
                    <a:pt x="128501" y="1765"/>
                    <a:pt x="129288" y="660"/>
                    <a:pt x="130418" y="0"/>
                  </a:cubicBezTo>
                  <a:lnTo>
                    <a:pt x="130418" y="0"/>
                  </a:lnTo>
                  <a:lnTo>
                    <a:pt x="4847" y="101574"/>
                  </a:lnTo>
                  <a:lnTo>
                    <a:pt x="2561" y="10347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7" name="Google Shape;387;p37"/>
            <p:cNvSpPr/>
            <p:nvPr/>
          </p:nvSpPr>
          <p:spPr>
            <a:xfrm>
              <a:off x="9847786" y="527155"/>
              <a:ext cx="1048638" cy="324528"/>
            </a:xfrm>
            <a:custGeom>
              <a:rect b="b" l="l" r="r" t="t"/>
              <a:pathLst>
                <a:path extrusionOk="0" h="324528" w="1048638">
                  <a:moveTo>
                    <a:pt x="6857" y="6475"/>
                  </a:moveTo>
                  <a:cubicBezTo>
                    <a:pt x="6006" y="8596"/>
                    <a:pt x="3936" y="9967"/>
                    <a:pt x="1651" y="9903"/>
                  </a:cubicBezTo>
                  <a:lnTo>
                    <a:pt x="0" y="9903"/>
                  </a:lnTo>
                  <a:lnTo>
                    <a:pt x="1032760" y="321862"/>
                  </a:lnTo>
                  <a:lnTo>
                    <a:pt x="1041648" y="324528"/>
                  </a:lnTo>
                  <a:lnTo>
                    <a:pt x="1043299" y="324528"/>
                  </a:lnTo>
                  <a:cubicBezTo>
                    <a:pt x="1045546" y="324566"/>
                    <a:pt x="1047577" y="323195"/>
                    <a:pt x="1048377" y="321100"/>
                  </a:cubicBezTo>
                  <a:cubicBezTo>
                    <a:pt x="1049240" y="318573"/>
                    <a:pt x="1047895" y="315831"/>
                    <a:pt x="1045381" y="314967"/>
                  </a:cubicBezTo>
                  <a:cubicBezTo>
                    <a:pt x="1045279" y="314942"/>
                    <a:pt x="1045178" y="314904"/>
                    <a:pt x="1045076" y="314878"/>
                  </a:cubicBezTo>
                  <a:lnTo>
                    <a:pt x="12189" y="2666"/>
                  </a:lnTo>
                  <a:lnTo>
                    <a:pt x="3428" y="0"/>
                  </a:lnTo>
                  <a:cubicBezTo>
                    <a:pt x="6082" y="686"/>
                    <a:pt x="7669" y="3377"/>
                    <a:pt x="6996" y="6031"/>
                  </a:cubicBezTo>
                  <a:cubicBezTo>
                    <a:pt x="6958" y="6183"/>
                    <a:pt x="6907" y="6323"/>
                    <a:pt x="6857" y="647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8" name="Google Shape;388;p37"/>
            <p:cNvSpPr/>
            <p:nvPr/>
          </p:nvSpPr>
          <p:spPr>
            <a:xfrm>
              <a:off x="8949740" y="234750"/>
              <a:ext cx="38" cy="888"/>
            </a:xfrm>
            <a:custGeom>
              <a:rect b="b" l="l" r="r" t="t"/>
              <a:pathLst>
                <a:path extrusionOk="0" h="888" w="38">
                  <a:moveTo>
                    <a:pt x="0" y="0"/>
                  </a:moveTo>
                  <a:cubicBezTo>
                    <a:pt x="51" y="292"/>
                    <a:pt x="51" y="597"/>
                    <a:pt x="0" y="889"/>
                  </a:cubicBezTo>
                  <a:lnTo>
                    <a:pt x="0" y="254"/>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89" name="Google Shape;389;p37"/>
            <p:cNvSpPr/>
            <p:nvPr/>
          </p:nvSpPr>
          <p:spPr>
            <a:xfrm>
              <a:off x="8948598" y="233227"/>
              <a:ext cx="12696" cy="761"/>
            </a:xfrm>
            <a:custGeom>
              <a:rect b="b" l="l" r="r" t="t"/>
              <a:pathLst>
                <a:path extrusionOk="0" h="761" w="12696">
                  <a:moveTo>
                    <a:pt x="0" y="0"/>
                  </a:moveTo>
                  <a:lnTo>
                    <a:pt x="0" y="762"/>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0" name="Google Shape;390;p37"/>
            <p:cNvSpPr/>
            <p:nvPr/>
          </p:nvSpPr>
          <p:spPr>
            <a:xfrm>
              <a:off x="8946820" y="232211"/>
              <a:ext cx="1015" cy="12696"/>
            </a:xfrm>
            <a:custGeom>
              <a:rect b="b" l="l" r="r" t="t"/>
              <a:pathLst>
                <a:path extrusionOk="0" h="12696" w="1015">
                  <a:moveTo>
                    <a:pt x="0" y="0"/>
                  </a:moveTo>
                  <a:lnTo>
                    <a:pt x="1016" y="0"/>
                  </a:lnTo>
                  <a:lnTo>
                    <a:pt x="25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1" name="Google Shape;391;p37"/>
            <p:cNvSpPr/>
            <p:nvPr/>
          </p:nvSpPr>
          <p:spPr>
            <a:xfrm>
              <a:off x="8939455" y="236782"/>
              <a:ext cx="11014" cy="164041"/>
            </a:xfrm>
            <a:custGeom>
              <a:rect b="b" l="l" r="r" t="t"/>
              <a:pathLst>
                <a:path extrusionOk="0" h="164041" w="11014">
                  <a:moveTo>
                    <a:pt x="0" y="164041"/>
                  </a:moveTo>
                  <a:cubicBezTo>
                    <a:pt x="203" y="161210"/>
                    <a:pt x="2629" y="159077"/>
                    <a:pt x="5460" y="159217"/>
                  </a:cubicBezTo>
                  <a:cubicBezTo>
                    <a:pt x="8291" y="159077"/>
                    <a:pt x="10716" y="161210"/>
                    <a:pt x="10919" y="164041"/>
                  </a:cubicBezTo>
                  <a:lnTo>
                    <a:pt x="10919" y="0"/>
                  </a:lnTo>
                  <a:lnTo>
                    <a:pt x="10919" y="0"/>
                  </a:lnTo>
                  <a:cubicBezTo>
                    <a:pt x="11046" y="546"/>
                    <a:pt x="11046" y="1105"/>
                    <a:pt x="10919" y="1651"/>
                  </a:cubicBezTo>
                  <a:cubicBezTo>
                    <a:pt x="10145" y="3771"/>
                    <a:pt x="8101" y="5155"/>
                    <a:pt x="5841" y="5079"/>
                  </a:cubicBezTo>
                  <a:lnTo>
                    <a:pt x="4190" y="5079"/>
                  </a:lnTo>
                  <a:lnTo>
                    <a:pt x="381" y="3936"/>
                  </a:lnTo>
                  <a:lnTo>
                    <a:pt x="381" y="164041"/>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2" name="Google Shape;392;p37"/>
            <p:cNvSpPr/>
            <p:nvPr/>
          </p:nvSpPr>
          <p:spPr>
            <a:xfrm>
              <a:off x="8938439" y="395992"/>
              <a:ext cx="10967" cy="466870"/>
            </a:xfrm>
            <a:custGeom>
              <a:rect b="b" l="l" r="r" t="t"/>
              <a:pathLst>
                <a:path extrusionOk="0" h="466870" w="10967">
                  <a:moveTo>
                    <a:pt x="1016" y="461913"/>
                  </a:moveTo>
                  <a:cubicBezTo>
                    <a:pt x="1155" y="464782"/>
                    <a:pt x="3593" y="467004"/>
                    <a:pt x="6463" y="466864"/>
                  </a:cubicBezTo>
                  <a:cubicBezTo>
                    <a:pt x="6463" y="466864"/>
                    <a:pt x="6476" y="466864"/>
                    <a:pt x="6476" y="466864"/>
                  </a:cubicBezTo>
                  <a:cubicBezTo>
                    <a:pt x="7834" y="466864"/>
                    <a:pt x="9142" y="466369"/>
                    <a:pt x="10158" y="465468"/>
                  </a:cubicBezTo>
                  <a:lnTo>
                    <a:pt x="10920" y="464579"/>
                  </a:lnTo>
                  <a:lnTo>
                    <a:pt x="10920" y="464579"/>
                  </a:lnTo>
                  <a:cubicBezTo>
                    <a:pt x="10983" y="464325"/>
                    <a:pt x="10983" y="464071"/>
                    <a:pt x="10920" y="463817"/>
                  </a:cubicBezTo>
                  <a:cubicBezTo>
                    <a:pt x="10983" y="463436"/>
                    <a:pt x="10983" y="463055"/>
                    <a:pt x="10920" y="462674"/>
                  </a:cubicBezTo>
                  <a:lnTo>
                    <a:pt x="10920" y="462674"/>
                  </a:lnTo>
                  <a:lnTo>
                    <a:pt x="10920" y="4831"/>
                  </a:lnTo>
                  <a:cubicBezTo>
                    <a:pt x="10716" y="2000"/>
                    <a:pt x="8291" y="-133"/>
                    <a:pt x="5460" y="6"/>
                  </a:cubicBezTo>
                  <a:cubicBezTo>
                    <a:pt x="2629" y="-133"/>
                    <a:pt x="204" y="2000"/>
                    <a:pt x="0" y="4831"/>
                  </a:cubicBezTo>
                  <a:lnTo>
                    <a:pt x="0" y="46191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3" name="Google Shape;393;p37"/>
            <p:cNvSpPr/>
            <p:nvPr/>
          </p:nvSpPr>
          <p:spPr>
            <a:xfrm>
              <a:off x="9146541" y="1273975"/>
              <a:ext cx="497461" cy="104494"/>
            </a:xfrm>
            <a:custGeom>
              <a:rect b="b" l="l" r="r" t="t"/>
              <a:pathLst>
                <a:path extrusionOk="0" h="104494" w="497461">
                  <a:moveTo>
                    <a:pt x="490986" y="98907"/>
                  </a:moveTo>
                  <a:cubicBezTo>
                    <a:pt x="491787" y="96114"/>
                    <a:pt x="494631" y="94451"/>
                    <a:pt x="497462" y="95099"/>
                  </a:cubicBezTo>
                  <a:lnTo>
                    <a:pt x="403632" y="77069"/>
                  </a:lnTo>
                  <a:lnTo>
                    <a:pt x="3174" y="0"/>
                  </a:lnTo>
                  <a:lnTo>
                    <a:pt x="3174" y="0"/>
                  </a:lnTo>
                  <a:cubicBezTo>
                    <a:pt x="5701" y="559"/>
                    <a:pt x="7301" y="3073"/>
                    <a:pt x="6742" y="5612"/>
                  </a:cubicBezTo>
                  <a:cubicBezTo>
                    <a:pt x="6704" y="5777"/>
                    <a:pt x="6653" y="5929"/>
                    <a:pt x="6603" y="6095"/>
                  </a:cubicBezTo>
                  <a:cubicBezTo>
                    <a:pt x="5752" y="8215"/>
                    <a:pt x="3682" y="9586"/>
                    <a:pt x="1396" y="9523"/>
                  </a:cubicBezTo>
                  <a:lnTo>
                    <a:pt x="0" y="9523"/>
                  </a:lnTo>
                  <a:lnTo>
                    <a:pt x="0" y="9523"/>
                  </a:lnTo>
                  <a:lnTo>
                    <a:pt x="94337" y="27679"/>
                  </a:lnTo>
                  <a:lnTo>
                    <a:pt x="495176" y="104494"/>
                  </a:lnTo>
                  <a:cubicBezTo>
                    <a:pt x="492485" y="104100"/>
                    <a:pt x="490606" y="101599"/>
                    <a:pt x="490986" y="989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4" name="Google Shape;394;p37"/>
            <p:cNvSpPr/>
            <p:nvPr/>
          </p:nvSpPr>
          <p:spPr>
            <a:xfrm>
              <a:off x="9637563" y="1369061"/>
              <a:ext cx="903470" cy="182464"/>
            </a:xfrm>
            <a:custGeom>
              <a:rect b="b" l="l" r="r" t="t"/>
              <a:pathLst>
                <a:path extrusionOk="0" h="182464" w="903470">
                  <a:moveTo>
                    <a:pt x="6567" y="139"/>
                  </a:moveTo>
                  <a:lnTo>
                    <a:pt x="6567" y="139"/>
                  </a:lnTo>
                  <a:cubicBezTo>
                    <a:pt x="3735" y="-508"/>
                    <a:pt x="891" y="1155"/>
                    <a:pt x="91" y="3949"/>
                  </a:cubicBezTo>
                  <a:cubicBezTo>
                    <a:pt x="-430" y="6628"/>
                    <a:pt x="1336" y="9230"/>
                    <a:pt x="4015" y="9751"/>
                  </a:cubicBezTo>
                  <a:cubicBezTo>
                    <a:pt x="4104" y="9764"/>
                    <a:pt x="4192" y="9776"/>
                    <a:pt x="4281" y="9789"/>
                  </a:cubicBezTo>
                  <a:lnTo>
                    <a:pt x="890647" y="180433"/>
                  </a:lnTo>
                  <a:lnTo>
                    <a:pt x="901058" y="182464"/>
                  </a:lnTo>
                  <a:lnTo>
                    <a:pt x="901058" y="182464"/>
                  </a:lnTo>
                  <a:cubicBezTo>
                    <a:pt x="898303" y="181956"/>
                    <a:pt x="896474" y="179303"/>
                    <a:pt x="896983" y="176548"/>
                  </a:cubicBezTo>
                  <a:cubicBezTo>
                    <a:pt x="896995" y="176535"/>
                    <a:pt x="896995" y="176510"/>
                    <a:pt x="896995" y="176497"/>
                  </a:cubicBezTo>
                  <a:cubicBezTo>
                    <a:pt x="897858" y="173754"/>
                    <a:pt x="900677" y="172155"/>
                    <a:pt x="903471" y="172815"/>
                  </a:cubicBezTo>
                  <a:lnTo>
                    <a:pt x="903471" y="1728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5" name="Google Shape;395;p37"/>
            <p:cNvSpPr/>
            <p:nvPr/>
          </p:nvSpPr>
          <p:spPr>
            <a:xfrm>
              <a:off x="8747480" y="1997053"/>
              <a:ext cx="9960" cy="48507"/>
            </a:xfrm>
            <a:custGeom>
              <a:rect b="b" l="l" r="r" t="t"/>
              <a:pathLst>
                <a:path extrusionOk="0" h="48507" w="9960">
                  <a:moveTo>
                    <a:pt x="5460" y="4825"/>
                  </a:moveTo>
                  <a:cubicBezTo>
                    <a:pt x="2628" y="4964"/>
                    <a:pt x="203" y="2831"/>
                    <a:pt x="0" y="0"/>
                  </a:cubicBezTo>
                  <a:lnTo>
                    <a:pt x="0" y="43677"/>
                  </a:lnTo>
                  <a:cubicBezTo>
                    <a:pt x="203" y="46508"/>
                    <a:pt x="2628" y="48641"/>
                    <a:pt x="5460" y="48502"/>
                  </a:cubicBezTo>
                  <a:cubicBezTo>
                    <a:pt x="6792" y="48489"/>
                    <a:pt x="8088" y="48044"/>
                    <a:pt x="9141" y="47232"/>
                  </a:cubicBezTo>
                  <a:lnTo>
                    <a:pt x="9904" y="46216"/>
                  </a:lnTo>
                  <a:lnTo>
                    <a:pt x="9904" y="45581"/>
                  </a:lnTo>
                  <a:cubicBezTo>
                    <a:pt x="9980" y="45289"/>
                    <a:pt x="9980" y="44984"/>
                    <a:pt x="9904" y="44692"/>
                  </a:cubicBezTo>
                  <a:cubicBezTo>
                    <a:pt x="9954" y="44400"/>
                    <a:pt x="9954" y="44096"/>
                    <a:pt x="9904" y="43804"/>
                  </a:cubicBezTo>
                  <a:lnTo>
                    <a:pt x="9904" y="43804"/>
                  </a:lnTo>
                  <a:lnTo>
                    <a:pt x="9904" y="127"/>
                  </a:lnTo>
                  <a:cubicBezTo>
                    <a:pt x="9739" y="2552"/>
                    <a:pt x="7872" y="4520"/>
                    <a:pt x="5460"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6" name="Google Shape;396;p37"/>
            <p:cNvSpPr/>
            <p:nvPr/>
          </p:nvSpPr>
          <p:spPr>
            <a:xfrm>
              <a:off x="8747734" y="1937124"/>
              <a:ext cx="10791" cy="65070"/>
            </a:xfrm>
            <a:custGeom>
              <a:rect b="b" l="l" r="r" t="t"/>
              <a:pathLst>
                <a:path extrusionOk="0" h="65070" w="10791">
                  <a:moveTo>
                    <a:pt x="10538" y="0"/>
                  </a:moveTo>
                  <a:cubicBezTo>
                    <a:pt x="10665" y="584"/>
                    <a:pt x="10665" y="1193"/>
                    <a:pt x="10538" y="1778"/>
                  </a:cubicBezTo>
                  <a:cubicBezTo>
                    <a:pt x="9700" y="3847"/>
                    <a:pt x="7694" y="5206"/>
                    <a:pt x="5460" y="5206"/>
                  </a:cubicBezTo>
                  <a:lnTo>
                    <a:pt x="3682" y="5206"/>
                  </a:lnTo>
                  <a:lnTo>
                    <a:pt x="0" y="4063"/>
                  </a:lnTo>
                  <a:lnTo>
                    <a:pt x="0" y="60436"/>
                  </a:lnTo>
                  <a:cubicBezTo>
                    <a:pt x="457" y="63420"/>
                    <a:pt x="3250" y="65464"/>
                    <a:pt x="6221" y="65007"/>
                  </a:cubicBezTo>
                  <a:cubicBezTo>
                    <a:pt x="8583" y="64639"/>
                    <a:pt x="10424" y="62798"/>
                    <a:pt x="10792" y="60436"/>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7" name="Google Shape;397;p37"/>
            <p:cNvSpPr/>
            <p:nvPr/>
          </p:nvSpPr>
          <p:spPr>
            <a:xfrm>
              <a:off x="8755097" y="1932681"/>
              <a:ext cx="1143" cy="12696"/>
            </a:xfrm>
            <a:custGeom>
              <a:rect b="b" l="l" r="r" t="t"/>
              <a:pathLst>
                <a:path extrusionOk="0" h="12696" w="1143">
                  <a:moveTo>
                    <a:pt x="0" y="0"/>
                  </a:moveTo>
                  <a:lnTo>
                    <a:pt x="0" y="0"/>
                  </a:lnTo>
                  <a:lnTo>
                    <a:pt x="1143"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8" name="Google Shape;398;p37"/>
            <p:cNvSpPr/>
            <p:nvPr/>
          </p:nvSpPr>
          <p:spPr>
            <a:xfrm>
              <a:off x="8757891" y="1935347"/>
              <a:ext cx="85" cy="888"/>
            </a:xfrm>
            <a:custGeom>
              <a:rect b="b" l="l" r="r" t="t"/>
              <a:pathLst>
                <a:path extrusionOk="0" h="888" w="85">
                  <a:moveTo>
                    <a:pt x="0" y="0"/>
                  </a:moveTo>
                  <a:lnTo>
                    <a:pt x="0" y="0"/>
                  </a:lnTo>
                  <a:cubicBezTo>
                    <a:pt x="76" y="292"/>
                    <a:pt x="76" y="597"/>
                    <a:pt x="0" y="889"/>
                  </a:cubicBezTo>
                  <a:cubicBezTo>
                    <a:pt x="114" y="609"/>
                    <a:pt x="114" y="279"/>
                    <a:pt x="0"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399" name="Google Shape;399;p37"/>
            <p:cNvSpPr/>
            <p:nvPr/>
          </p:nvSpPr>
          <p:spPr>
            <a:xfrm>
              <a:off x="8756748" y="1933823"/>
              <a:ext cx="12696" cy="761"/>
            </a:xfrm>
            <a:custGeom>
              <a:rect b="b" l="l" r="r" t="t"/>
              <a:pathLst>
                <a:path extrusionOk="0" h="761" w="12696">
                  <a:moveTo>
                    <a:pt x="0" y="0"/>
                  </a:moveTo>
                  <a:lnTo>
                    <a:pt x="0" y="0"/>
                  </a:lnTo>
                  <a:lnTo>
                    <a:pt x="0" y="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0" name="Google Shape;400;p37"/>
            <p:cNvSpPr/>
            <p:nvPr/>
          </p:nvSpPr>
          <p:spPr>
            <a:xfrm>
              <a:off x="8583389" y="1882920"/>
              <a:ext cx="83084" cy="32493"/>
            </a:xfrm>
            <a:custGeom>
              <a:rect b="b" l="l" r="r" t="t"/>
              <a:pathLst>
                <a:path extrusionOk="0" h="32493" w="83084">
                  <a:moveTo>
                    <a:pt x="81561" y="32493"/>
                  </a:moveTo>
                  <a:lnTo>
                    <a:pt x="80418" y="32493"/>
                  </a:lnTo>
                  <a:lnTo>
                    <a:pt x="80418" y="32493"/>
                  </a:lnTo>
                  <a:lnTo>
                    <a:pt x="79783" y="31732"/>
                  </a:lnTo>
                  <a:lnTo>
                    <a:pt x="79783" y="30970"/>
                  </a:lnTo>
                  <a:cubicBezTo>
                    <a:pt x="79783" y="30970"/>
                    <a:pt x="79783" y="30335"/>
                    <a:pt x="79783" y="30081"/>
                  </a:cubicBezTo>
                  <a:cubicBezTo>
                    <a:pt x="79733" y="29751"/>
                    <a:pt x="79733" y="29395"/>
                    <a:pt x="79783" y="29065"/>
                  </a:cubicBezTo>
                  <a:lnTo>
                    <a:pt x="79783" y="29065"/>
                  </a:lnTo>
                  <a:lnTo>
                    <a:pt x="79783" y="22209"/>
                  </a:lnTo>
                  <a:lnTo>
                    <a:pt x="15030" y="2910"/>
                  </a:lnTo>
                  <a:lnTo>
                    <a:pt x="6269" y="244"/>
                  </a:lnTo>
                  <a:cubicBezTo>
                    <a:pt x="4314" y="-340"/>
                    <a:pt x="2194" y="142"/>
                    <a:pt x="682" y="1513"/>
                  </a:cubicBezTo>
                  <a:cubicBezTo>
                    <a:pt x="682" y="1513"/>
                    <a:pt x="682" y="1513"/>
                    <a:pt x="48" y="2275"/>
                  </a:cubicBezTo>
                  <a:lnTo>
                    <a:pt x="48" y="3037"/>
                  </a:lnTo>
                  <a:lnTo>
                    <a:pt x="48" y="3037"/>
                  </a:lnTo>
                  <a:cubicBezTo>
                    <a:pt x="48" y="3037"/>
                    <a:pt x="48" y="3037"/>
                    <a:pt x="48" y="3037"/>
                  </a:cubicBezTo>
                  <a:cubicBezTo>
                    <a:pt x="48" y="3037"/>
                    <a:pt x="48" y="3672"/>
                    <a:pt x="48" y="4052"/>
                  </a:cubicBezTo>
                  <a:cubicBezTo>
                    <a:pt x="48" y="4433"/>
                    <a:pt x="48" y="4052"/>
                    <a:pt x="48" y="4941"/>
                  </a:cubicBezTo>
                  <a:cubicBezTo>
                    <a:pt x="48" y="5830"/>
                    <a:pt x="48" y="5576"/>
                    <a:pt x="48" y="5830"/>
                  </a:cubicBezTo>
                  <a:cubicBezTo>
                    <a:pt x="-16" y="6122"/>
                    <a:pt x="-16" y="6427"/>
                    <a:pt x="48" y="6719"/>
                  </a:cubicBezTo>
                  <a:lnTo>
                    <a:pt x="682" y="7481"/>
                  </a:lnTo>
                  <a:lnTo>
                    <a:pt x="1698" y="8115"/>
                  </a:lnTo>
                  <a:lnTo>
                    <a:pt x="2460" y="8115"/>
                  </a:lnTo>
                  <a:lnTo>
                    <a:pt x="2460" y="8115"/>
                  </a:lnTo>
                  <a:lnTo>
                    <a:pt x="83085" y="32239"/>
                  </a:lnTo>
                  <a:lnTo>
                    <a:pt x="83085" y="32239"/>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1" name="Google Shape;401;p37"/>
            <p:cNvSpPr/>
            <p:nvPr/>
          </p:nvSpPr>
          <p:spPr>
            <a:xfrm>
              <a:off x="8664443" y="1908303"/>
              <a:ext cx="93416" cy="33773"/>
            </a:xfrm>
            <a:custGeom>
              <a:rect b="b" l="l" r="r" t="t"/>
              <a:pathLst>
                <a:path extrusionOk="0" h="33773" w="93416">
                  <a:moveTo>
                    <a:pt x="1904" y="7491"/>
                  </a:moveTo>
                  <a:cubicBezTo>
                    <a:pt x="1282" y="7643"/>
                    <a:pt x="622" y="7643"/>
                    <a:pt x="0" y="7491"/>
                  </a:cubicBezTo>
                  <a:lnTo>
                    <a:pt x="0" y="7491"/>
                  </a:lnTo>
                  <a:lnTo>
                    <a:pt x="77705" y="31107"/>
                  </a:lnTo>
                  <a:lnTo>
                    <a:pt x="82783" y="32630"/>
                  </a:lnTo>
                  <a:lnTo>
                    <a:pt x="86465" y="33773"/>
                  </a:lnTo>
                  <a:lnTo>
                    <a:pt x="88242" y="33773"/>
                  </a:lnTo>
                  <a:cubicBezTo>
                    <a:pt x="90477" y="33773"/>
                    <a:pt x="92484" y="32414"/>
                    <a:pt x="93321" y="30345"/>
                  </a:cubicBezTo>
                  <a:cubicBezTo>
                    <a:pt x="93448" y="29761"/>
                    <a:pt x="93448" y="29152"/>
                    <a:pt x="93321" y="28568"/>
                  </a:cubicBezTo>
                  <a:cubicBezTo>
                    <a:pt x="93321" y="28568"/>
                    <a:pt x="93321" y="28568"/>
                    <a:pt x="93321" y="27806"/>
                  </a:cubicBezTo>
                  <a:lnTo>
                    <a:pt x="93321" y="27806"/>
                  </a:lnTo>
                  <a:cubicBezTo>
                    <a:pt x="93397" y="27514"/>
                    <a:pt x="93397" y="27209"/>
                    <a:pt x="93321" y="26917"/>
                  </a:cubicBezTo>
                  <a:lnTo>
                    <a:pt x="93321" y="26155"/>
                  </a:lnTo>
                  <a:lnTo>
                    <a:pt x="93321" y="26155"/>
                  </a:lnTo>
                  <a:lnTo>
                    <a:pt x="93321" y="25393"/>
                  </a:lnTo>
                  <a:lnTo>
                    <a:pt x="92560" y="25393"/>
                  </a:lnTo>
                  <a:lnTo>
                    <a:pt x="92560" y="25393"/>
                  </a:lnTo>
                  <a:lnTo>
                    <a:pt x="91417" y="25393"/>
                  </a:lnTo>
                  <a:lnTo>
                    <a:pt x="91417" y="25393"/>
                  </a:lnTo>
                  <a:lnTo>
                    <a:pt x="8507" y="0"/>
                  </a:lnTo>
                  <a:lnTo>
                    <a:pt x="8507" y="3555"/>
                  </a:lnTo>
                  <a:cubicBezTo>
                    <a:pt x="8024" y="6323"/>
                    <a:pt x="5383" y="8164"/>
                    <a:pt x="2628" y="7669"/>
                  </a:cubicBezTo>
                  <a:cubicBezTo>
                    <a:pt x="2374" y="7630"/>
                    <a:pt x="2133" y="7567"/>
                    <a:pt x="1904" y="749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2" name="Google Shape;402;p37"/>
            <p:cNvSpPr/>
            <p:nvPr/>
          </p:nvSpPr>
          <p:spPr>
            <a:xfrm>
              <a:off x="4270785" y="33761"/>
              <a:ext cx="9951" cy="613971"/>
            </a:xfrm>
            <a:custGeom>
              <a:rect b="b" l="l" r="r" t="t"/>
              <a:pathLst>
                <a:path extrusionOk="0" h="613971" w="9951">
                  <a:moveTo>
                    <a:pt x="9951" y="609823"/>
                  </a:moveTo>
                  <a:lnTo>
                    <a:pt x="9951" y="3428"/>
                  </a:lnTo>
                  <a:cubicBezTo>
                    <a:pt x="9951" y="3428"/>
                    <a:pt x="9951" y="3428"/>
                    <a:pt x="9951" y="2666"/>
                  </a:cubicBezTo>
                  <a:cubicBezTo>
                    <a:pt x="9951" y="1905"/>
                    <a:pt x="9951" y="2032"/>
                    <a:pt x="9951" y="1651"/>
                  </a:cubicBezTo>
                  <a:cubicBezTo>
                    <a:pt x="9811" y="1308"/>
                    <a:pt x="9595" y="1003"/>
                    <a:pt x="9316" y="762"/>
                  </a:cubicBezTo>
                  <a:cubicBezTo>
                    <a:pt x="9354" y="508"/>
                    <a:pt x="9354" y="254"/>
                    <a:pt x="9316" y="0"/>
                  </a:cubicBezTo>
                  <a:lnTo>
                    <a:pt x="8427" y="0"/>
                  </a:lnTo>
                  <a:lnTo>
                    <a:pt x="7539" y="0"/>
                  </a:lnTo>
                  <a:lnTo>
                    <a:pt x="6904" y="0"/>
                  </a:lnTo>
                  <a:lnTo>
                    <a:pt x="5507" y="0"/>
                  </a:lnTo>
                  <a:lnTo>
                    <a:pt x="4745" y="0"/>
                  </a:lnTo>
                  <a:lnTo>
                    <a:pt x="3476" y="0"/>
                  </a:lnTo>
                  <a:lnTo>
                    <a:pt x="2587" y="0"/>
                  </a:lnTo>
                  <a:cubicBezTo>
                    <a:pt x="1063" y="787"/>
                    <a:pt x="86" y="2349"/>
                    <a:pt x="48" y="4063"/>
                  </a:cubicBezTo>
                  <a:lnTo>
                    <a:pt x="48" y="610458"/>
                  </a:lnTo>
                  <a:lnTo>
                    <a:pt x="48" y="610458"/>
                  </a:lnTo>
                  <a:cubicBezTo>
                    <a:pt x="-16" y="610838"/>
                    <a:pt x="-16" y="611219"/>
                    <a:pt x="48" y="611600"/>
                  </a:cubicBezTo>
                  <a:cubicBezTo>
                    <a:pt x="-3" y="611854"/>
                    <a:pt x="-3" y="612108"/>
                    <a:pt x="48" y="612362"/>
                  </a:cubicBezTo>
                  <a:lnTo>
                    <a:pt x="682" y="613124"/>
                  </a:lnTo>
                  <a:cubicBezTo>
                    <a:pt x="644" y="613378"/>
                    <a:pt x="644" y="613632"/>
                    <a:pt x="682" y="613886"/>
                  </a:cubicBezTo>
                  <a:lnTo>
                    <a:pt x="1571" y="613886"/>
                  </a:lnTo>
                  <a:lnTo>
                    <a:pt x="2460" y="613886"/>
                  </a:lnTo>
                  <a:cubicBezTo>
                    <a:pt x="3095" y="614000"/>
                    <a:pt x="3729" y="614000"/>
                    <a:pt x="4365" y="613886"/>
                  </a:cubicBezTo>
                  <a:cubicBezTo>
                    <a:pt x="6980" y="614140"/>
                    <a:pt x="9380" y="612400"/>
                    <a:pt x="9951" y="609823"/>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3" name="Google Shape;403;p37"/>
            <p:cNvSpPr/>
            <p:nvPr/>
          </p:nvSpPr>
          <p:spPr>
            <a:xfrm>
              <a:off x="4127359" y="152730"/>
              <a:ext cx="10459" cy="191726"/>
            </a:xfrm>
            <a:custGeom>
              <a:rect b="b" l="l" r="r" t="t"/>
              <a:pathLst>
                <a:path extrusionOk="0" h="191726" w="10459">
                  <a:moveTo>
                    <a:pt x="5460" y="4952"/>
                  </a:moveTo>
                  <a:cubicBezTo>
                    <a:pt x="2590" y="5091"/>
                    <a:pt x="140" y="2882"/>
                    <a:pt x="0" y="13"/>
                  </a:cubicBezTo>
                  <a:cubicBezTo>
                    <a:pt x="0" y="13"/>
                    <a:pt x="0" y="0"/>
                    <a:pt x="0" y="0"/>
                  </a:cubicBezTo>
                  <a:lnTo>
                    <a:pt x="0" y="186768"/>
                  </a:lnTo>
                  <a:cubicBezTo>
                    <a:pt x="140" y="189638"/>
                    <a:pt x="2577" y="191860"/>
                    <a:pt x="5447" y="191720"/>
                  </a:cubicBezTo>
                  <a:cubicBezTo>
                    <a:pt x="5447" y="191720"/>
                    <a:pt x="5460" y="191720"/>
                    <a:pt x="5460" y="191720"/>
                  </a:cubicBezTo>
                  <a:cubicBezTo>
                    <a:pt x="6818" y="191720"/>
                    <a:pt x="8126" y="191225"/>
                    <a:pt x="9142" y="190323"/>
                  </a:cubicBezTo>
                  <a:lnTo>
                    <a:pt x="9777" y="189562"/>
                  </a:lnTo>
                  <a:lnTo>
                    <a:pt x="10411" y="188800"/>
                  </a:lnTo>
                  <a:cubicBezTo>
                    <a:pt x="10411" y="188800"/>
                    <a:pt x="10411" y="188800"/>
                    <a:pt x="10411" y="188038"/>
                  </a:cubicBezTo>
                  <a:cubicBezTo>
                    <a:pt x="10475" y="187657"/>
                    <a:pt x="10475" y="187276"/>
                    <a:pt x="10411" y="186895"/>
                  </a:cubicBezTo>
                  <a:lnTo>
                    <a:pt x="10411" y="186895"/>
                  </a:lnTo>
                  <a:lnTo>
                    <a:pt x="10411" y="0"/>
                  </a:lnTo>
                  <a:cubicBezTo>
                    <a:pt x="10348" y="2704"/>
                    <a:pt x="8164" y="4888"/>
                    <a:pt x="5460" y="495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4" name="Google Shape;404;p37"/>
            <p:cNvSpPr/>
            <p:nvPr/>
          </p:nvSpPr>
          <p:spPr>
            <a:xfrm>
              <a:off x="8660341" y="1814474"/>
              <a:ext cx="9081" cy="99266"/>
            </a:xfrm>
            <a:custGeom>
              <a:rect b="b" l="l" r="r" t="t"/>
              <a:pathLst>
                <a:path extrusionOk="0" h="99266" w="9081">
                  <a:moveTo>
                    <a:pt x="4609" y="1397"/>
                  </a:moveTo>
                  <a:lnTo>
                    <a:pt x="3466" y="1397"/>
                  </a:lnTo>
                  <a:lnTo>
                    <a:pt x="2451" y="1397"/>
                  </a:lnTo>
                  <a:cubicBezTo>
                    <a:pt x="991" y="2235"/>
                    <a:pt x="76" y="3784"/>
                    <a:pt x="38" y="5459"/>
                  </a:cubicBezTo>
                  <a:lnTo>
                    <a:pt x="38" y="95733"/>
                  </a:lnTo>
                  <a:lnTo>
                    <a:pt x="38" y="95733"/>
                  </a:lnTo>
                  <a:cubicBezTo>
                    <a:pt x="-13" y="96063"/>
                    <a:pt x="-13" y="96419"/>
                    <a:pt x="38" y="96749"/>
                  </a:cubicBezTo>
                  <a:cubicBezTo>
                    <a:pt x="38" y="96749"/>
                    <a:pt x="38" y="97384"/>
                    <a:pt x="38" y="97638"/>
                  </a:cubicBezTo>
                  <a:lnTo>
                    <a:pt x="38" y="98399"/>
                  </a:lnTo>
                  <a:lnTo>
                    <a:pt x="673" y="99161"/>
                  </a:lnTo>
                  <a:lnTo>
                    <a:pt x="673" y="99161"/>
                  </a:lnTo>
                  <a:lnTo>
                    <a:pt x="1816" y="99161"/>
                  </a:lnTo>
                  <a:cubicBezTo>
                    <a:pt x="2438" y="99301"/>
                    <a:pt x="3098" y="99301"/>
                    <a:pt x="3720" y="99161"/>
                  </a:cubicBezTo>
                  <a:cubicBezTo>
                    <a:pt x="6526" y="99301"/>
                    <a:pt x="8913" y="97155"/>
                    <a:pt x="9053" y="94349"/>
                  </a:cubicBezTo>
                  <a:cubicBezTo>
                    <a:pt x="9053" y="94349"/>
                    <a:pt x="9053" y="94336"/>
                    <a:pt x="9053" y="94336"/>
                  </a:cubicBezTo>
                  <a:lnTo>
                    <a:pt x="9053" y="4063"/>
                  </a:lnTo>
                  <a:cubicBezTo>
                    <a:pt x="9053" y="4063"/>
                    <a:pt x="9053" y="4063"/>
                    <a:pt x="9053" y="3301"/>
                  </a:cubicBezTo>
                  <a:lnTo>
                    <a:pt x="9053" y="2285"/>
                  </a:lnTo>
                  <a:cubicBezTo>
                    <a:pt x="9091" y="1943"/>
                    <a:pt x="9091" y="1613"/>
                    <a:pt x="9053" y="1270"/>
                  </a:cubicBezTo>
                  <a:lnTo>
                    <a:pt x="9053" y="635"/>
                  </a:lnTo>
                  <a:lnTo>
                    <a:pt x="8037" y="0"/>
                  </a:lnTo>
                  <a:cubicBezTo>
                    <a:pt x="8037" y="0"/>
                    <a:pt x="8037" y="0"/>
                    <a:pt x="7402" y="0"/>
                  </a:cubicBezTo>
                  <a:lnTo>
                    <a:pt x="6514" y="0"/>
                  </a:lnTo>
                  <a:lnTo>
                    <a:pt x="5371" y="0"/>
                  </a:lnTo>
                  <a:lnTo>
                    <a:pt x="4609"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5" name="Google Shape;405;p37"/>
            <p:cNvSpPr/>
            <p:nvPr/>
          </p:nvSpPr>
          <p:spPr>
            <a:xfrm>
              <a:off x="9064646" y="1248709"/>
              <a:ext cx="89130" cy="35043"/>
            </a:xfrm>
            <a:custGeom>
              <a:rect b="b" l="l" r="r" t="t"/>
              <a:pathLst>
                <a:path extrusionOk="0" h="35043" w="89130">
                  <a:moveTo>
                    <a:pt x="83672" y="34916"/>
                  </a:moveTo>
                  <a:cubicBezTo>
                    <a:pt x="85958" y="34979"/>
                    <a:pt x="88028" y="33608"/>
                    <a:pt x="88878" y="31488"/>
                  </a:cubicBezTo>
                  <a:cubicBezTo>
                    <a:pt x="89716" y="29025"/>
                    <a:pt x="88396" y="26358"/>
                    <a:pt x="85932" y="25533"/>
                  </a:cubicBezTo>
                  <a:cubicBezTo>
                    <a:pt x="85780" y="25470"/>
                    <a:pt x="85615" y="25431"/>
                    <a:pt x="85450" y="25393"/>
                  </a:cubicBezTo>
                  <a:lnTo>
                    <a:pt x="85450" y="25393"/>
                  </a:lnTo>
                  <a:lnTo>
                    <a:pt x="2412" y="0"/>
                  </a:lnTo>
                  <a:lnTo>
                    <a:pt x="2412" y="0"/>
                  </a:lnTo>
                  <a:cubicBezTo>
                    <a:pt x="4964" y="444"/>
                    <a:pt x="6768" y="2743"/>
                    <a:pt x="6603" y="5333"/>
                  </a:cubicBezTo>
                  <a:cubicBezTo>
                    <a:pt x="6107" y="7923"/>
                    <a:pt x="3784" y="9764"/>
                    <a:pt x="1143" y="9650"/>
                  </a:cubicBezTo>
                  <a:lnTo>
                    <a:pt x="0" y="9650"/>
                  </a:lnTo>
                  <a:lnTo>
                    <a:pt x="82911" y="35043"/>
                  </a:lnTo>
                  <a:lnTo>
                    <a:pt x="82911" y="350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6" name="Google Shape;406;p37"/>
            <p:cNvSpPr/>
            <p:nvPr/>
          </p:nvSpPr>
          <p:spPr>
            <a:xfrm>
              <a:off x="7762587" y="1114886"/>
              <a:ext cx="1307783" cy="143350"/>
            </a:xfrm>
            <a:custGeom>
              <a:rect b="b" l="l" r="r" t="t"/>
              <a:pathLst>
                <a:path extrusionOk="0" h="143350" w="1307783">
                  <a:moveTo>
                    <a:pt x="1302313" y="143346"/>
                  </a:moveTo>
                  <a:cubicBezTo>
                    <a:pt x="1304955" y="143460"/>
                    <a:pt x="1307278" y="141619"/>
                    <a:pt x="1307773" y="139029"/>
                  </a:cubicBezTo>
                  <a:cubicBezTo>
                    <a:pt x="1307938" y="136439"/>
                    <a:pt x="1306136" y="134141"/>
                    <a:pt x="1303583" y="133696"/>
                  </a:cubicBezTo>
                  <a:lnTo>
                    <a:pt x="1302948" y="133696"/>
                  </a:lnTo>
                  <a:lnTo>
                    <a:pt x="12570" y="1270"/>
                  </a:lnTo>
                  <a:lnTo>
                    <a:pt x="635" y="0"/>
                  </a:lnTo>
                  <a:cubicBezTo>
                    <a:pt x="3428" y="203"/>
                    <a:pt x="5536" y="2628"/>
                    <a:pt x="5332" y="5434"/>
                  </a:cubicBezTo>
                  <a:cubicBezTo>
                    <a:pt x="5332" y="5447"/>
                    <a:pt x="5332" y="5447"/>
                    <a:pt x="5332" y="5459"/>
                  </a:cubicBezTo>
                  <a:cubicBezTo>
                    <a:pt x="4952" y="8088"/>
                    <a:pt x="2653" y="9992"/>
                    <a:pt x="0" y="9903"/>
                  </a:cubicBezTo>
                  <a:lnTo>
                    <a:pt x="0" y="9903"/>
                  </a:lnTo>
                  <a:lnTo>
                    <a:pt x="1301806" y="143346"/>
                  </a:lnTo>
                  <a:lnTo>
                    <a:pt x="1302948" y="14334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7" name="Google Shape;407;p37"/>
            <p:cNvSpPr/>
            <p:nvPr/>
          </p:nvSpPr>
          <p:spPr>
            <a:xfrm>
              <a:off x="5828432" y="1114886"/>
              <a:ext cx="10840" cy="178622"/>
            </a:xfrm>
            <a:custGeom>
              <a:rect b="b" l="l" r="r" t="t"/>
              <a:pathLst>
                <a:path extrusionOk="0" h="178622" w="10840">
                  <a:moveTo>
                    <a:pt x="10840" y="174707"/>
                  </a:moveTo>
                  <a:lnTo>
                    <a:pt x="10840" y="0"/>
                  </a:lnTo>
                  <a:cubicBezTo>
                    <a:pt x="10383" y="2984"/>
                    <a:pt x="7589" y="5028"/>
                    <a:pt x="4618" y="4571"/>
                  </a:cubicBezTo>
                  <a:cubicBezTo>
                    <a:pt x="2257" y="4203"/>
                    <a:pt x="416" y="2361"/>
                    <a:pt x="48" y="0"/>
                  </a:cubicBezTo>
                  <a:lnTo>
                    <a:pt x="48" y="174707"/>
                  </a:lnTo>
                  <a:cubicBezTo>
                    <a:pt x="-16" y="174910"/>
                    <a:pt x="-16" y="175138"/>
                    <a:pt x="48" y="175341"/>
                  </a:cubicBezTo>
                  <a:cubicBezTo>
                    <a:pt x="-16" y="175633"/>
                    <a:pt x="-16" y="175938"/>
                    <a:pt x="48" y="176230"/>
                  </a:cubicBezTo>
                  <a:lnTo>
                    <a:pt x="48" y="177119"/>
                  </a:lnTo>
                  <a:lnTo>
                    <a:pt x="682" y="177881"/>
                  </a:lnTo>
                  <a:lnTo>
                    <a:pt x="1444" y="178515"/>
                  </a:lnTo>
                  <a:lnTo>
                    <a:pt x="2333" y="178515"/>
                  </a:lnTo>
                  <a:lnTo>
                    <a:pt x="3222" y="178515"/>
                  </a:lnTo>
                  <a:lnTo>
                    <a:pt x="4745" y="178515"/>
                  </a:lnTo>
                  <a:cubicBezTo>
                    <a:pt x="7462" y="179074"/>
                    <a:pt x="10154" y="177398"/>
                    <a:pt x="10840" y="17470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8" name="Google Shape;408;p37"/>
            <p:cNvSpPr/>
            <p:nvPr/>
          </p:nvSpPr>
          <p:spPr>
            <a:xfrm>
              <a:off x="5828804" y="1080097"/>
              <a:ext cx="56" cy="112"/>
            </a:xfrm>
            <a:custGeom>
              <a:rect b="b" l="l" r="r" t="t"/>
              <a:pathLst>
                <a:path extrusionOk="0" h="112" w="56">
                  <a:moveTo>
                    <a:pt x="56" y="0"/>
                  </a:moveTo>
                  <a:cubicBezTo>
                    <a:pt x="56" y="0"/>
                    <a:pt x="-71" y="254"/>
                    <a:pt x="56"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09" name="Google Shape;409;p37"/>
            <p:cNvSpPr/>
            <p:nvPr/>
          </p:nvSpPr>
          <p:spPr>
            <a:xfrm>
              <a:off x="5828988" y="1082382"/>
              <a:ext cx="10791" cy="37519"/>
            </a:xfrm>
            <a:custGeom>
              <a:rect b="b" l="l" r="r" t="t"/>
              <a:pathLst>
                <a:path extrusionOk="0" h="37519" w="10791">
                  <a:moveTo>
                    <a:pt x="10284" y="635"/>
                  </a:moveTo>
                  <a:lnTo>
                    <a:pt x="10284" y="1524"/>
                  </a:lnTo>
                  <a:cubicBezTo>
                    <a:pt x="9370" y="3403"/>
                    <a:pt x="7415" y="4558"/>
                    <a:pt x="5332" y="4444"/>
                  </a:cubicBezTo>
                  <a:cubicBezTo>
                    <a:pt x="4621" y="4571"/>
                    <a:pt x="3885" y="4571"/>
                    <a:pt x="3174" y="4444"/>
                  </a:cubicBezTo>
                  <a:cubicBezTo>
                    <a:pt x="1269" y="3796"/>
                    <a:pt x="0" y="2006"/>
                    <a:pt x="0" y="0"/>
                  </a:cubicBezTo>
                  <a:lnTo>
                    <a:pt x="0" y="0"/>
                  </a:lnTo>
                  <a:lnTo>
                    <a:pt x="0" y="32885"/>
                  </a:lnTo>
                  <a:cubicBezTo>
                    <a:pt x="457" y="35868"/>
                    <a:pt x="3250" y="37912"/>
                    <a:pt x="6221" y="37455"/>
                  </a:cubicBezTo>
                  <a:cubicBezTo>
                    <a:pt x="8583" y="37087"/>
                    <a:pt x="10424" y="35246"/>
                    <a:pt x="10792" y="32885"/>
                  </a:cubicBezTo>
                  <a:lnTo>
                    <a:pt x="10792"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0" name="Google Shape;410;p37"/>
            <p:cNvSpPr/>
            <p:nvPr/>
          </p:nvSpPr>
          <p:spPr>
            <a:xfrm>
              <a:off x="5829368" y="1016613"/>
              <a:ext cx="40502" cy="69927"/>
            </a:xfrm>
            <a:custGeom>
              <a:rect b="b" l="l" r="r" t="t"/>
              <a:pathLst>
                <a:path extrusionOk="0" h="69927" w="40502">
                  <a:moveTo>
                    <a:pt x="35170" y="6348"/>
                  </a:moveTo>
                  <a:cubicBezTo>
                    <a:pt x="34459" y="6526"/>
                    <a:pt x="33722" y="6526"/>
                    <a:pt x="33011" y="6348"/>
                  </a:cubicBezTo>
                  <a:cubicBezTo>
                    <a:pt x="30599" y="5612"/>
                    <a:pt x="29228" y="3060"/>
                    <a:pt x="29964" y="647"/>
                  </a:cubicBezTo>
                  <a:cubicBezTo>
                    <a:pt x="30041" y="419"/>
                    <a:pt x="30117" y="203"/>
                    <a:pt x="30218" y="0"/>
                  </a:cubicBezTo>
                  <a:lnTo>
                    <a:pt x="30218" y="889"/>
                  </a:lnTo>
                  <a:lnTo>
                    <a:pt x="0" y="64372"/>
                  </a:lnTo>
                  <a:lnTo>
                    <a:pt x="0" y="64372"/>
                  </a:lnTo>
                  <a:cubicBezTo>
                    <a:pt x="0" y="64372"/>
                    <a:pt x="0" y="65007"/>
                    <a:pt x="0" y="65388"/>
                  </a:cubicBezTo>
                  <a:cubicBezTo>
                    <a:pt x="0" y="65769"/>
                    <a:pt x="0" y="65388"/>
                    <a:pt x="0" y="65388"/>
                  </a:cubicBezTo>
                  <a:lnTo>
                    <a:pt x="0" y="65388"/>
                  </a:lnTo>
                  <a:cubicBezTo>
                    <a:pt x="0" y="67394"/>
                    <a:pt x="1269" y="69184"/>
                    <a:pt x="3174" y="69832"/>
                  </a:cubicBezTo>
                  <a:cubicBezTo>
                    <a:pt x="3885" y="69959"/>
                    <a:pt x="4621" y="69959"/>
                    <a:pt x="5332" y="69832"/>
                  </a:cubicBezTo>
                  <a:cubicBezTo>
                    <a:pt x="7415" y="69946"/>
                    <a:pt x="9370" y="68791"/>
                    <a:pt x="10284" y="66912"/>
                  </a:cubicBezTo>
                  <a:lnTo>
                    <a:pt x="10284" y="66023"/>
                  </a:lnTo>
                  <a:lnTo>
                    <a:pt x="12570" y="61198"/>
                  </a:lnTo>
                  <a:lnTo>
                    <a:pt x="40503" y="2412"/>
                  </a:lnTo>
                  <a:cubicBezTo>
                    <a:pt x="39817" y="4774"/>
                    <a:pt x="37633" y="6387"/>
                    <a:pt x="35170" y="63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1" name="Google Shape;411;p37"/>
            <p:cNvSpPr/>
            <p:nvPr/>
          </p:nvSpPr>
          <p:spPr>
            <a:xfrm>
              <a:off x="5859391" y="927610"/>
              <a:ext cx="50475" cy="94342"/>
            </a:xfrm>
            <a:custGeom>
              <a:rect b="b" l="l" r="r" t="t"/>
              <a:pathLst>
                <a:path extrusionOk="0" h="94342" w="50475">
                  <a:moveTo>
                    <a:pt x="41460" y="1524"/>
                  </a:moveTo>
                  <a:cubicBezTo>
                    <a:pt x="41562" y="978"/>
                    <a:pt x="41778" y="457"/>
                    <a:pt x="42095" y="0"/>
                  </a:cubicBezTo>
                  <a:lnTo>
                    <a:pt x="42095" y="0"/>
                  </a:lnTo>
                  <a:lnTo>
                    <a:pt x="10734" y="66023"/>
                  </a:lnTo>
                  <a:lnTo>
                    <a:pt x="450" y="87861"/>
                  </a:lnTo>
                  <a:cubicBezTo>
                    <a:pt x="-642" y="90134"/>
                    <a:pt x="323" y="92864"/>
                    <a:pt x="2596" y="93956"/>
                  </a:cubicBezTo>
                  <a:cubicBezTo>
                    <a:pt x="2812" y="94057"/>
                    <a:pt x="3027" y="94146"/>
                    <a:pt x="3243" y="94210"/>
                  </a:cubicBezTo>
                  <a:cubicBezTo>
                    <a:pt x="3954" y="94387"/>
                    <a:pt x="4690" y="94387"/>
                    <a:pt x="5401" y="94210"/>
                  </a:cubicBezTo>
                  <a:cubicBezTo>
                    <a:pt x="7497" y="94235"/>
                    <a:pt x="9427" y="93041"/>
                    <a:pt x="10353" y="91162"/>
                  </a:cubicBezTo>
                  <a:lnTo>
                    <a:pt x="10353" y="91162"/>
                  </a:lnTo>
                  <a:lnTo>
                    <a:pt x="50475" y="6729"/>
                  </a:lnTo>
                  <a:lnTo>
                    <a:pt x="46539" y="6729"/>
                  </a:lnTo>
                  <a:cubicBezTo>
                    <a:pt x="43809" y="6805"/>
                    <a:pt x="41524" y="4647"/>
                    <a:pt x="41460" y="1917"/>
                  </a:cubicBezTo>
                  <a:cubicBezTo>
                    <a:pt x="41448" y="1778"/>
                    <a:pt x="41448" y="1650"/>
                    <a:pt x="41460" y="152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2" name="Google Shape;412;p37"/>
            <p:cNvSpPr/>
            <p:nvPr/>
          </p:nvSpPr>
          <p:spPr>
            <a:xfrm>
              <a:off x="8660976" y="1762926"/>
              <a:ext cx="38" cy="1015"/>
            </a:xfrm>
            <a:custGeom>
              <a:rect b="b" l="l" r="r" t="t"/>
              <a:pathLst>
                <a:path extrusionOk="0" h="1015" w="38">
                  <a:moveTo>
                    <a:pt x="38" y="254"/>
                  </a:moveTo>
                  <a:cubicBezTo>
                    <a:pt x="38" y="254"/>
                    <a:pt x="38" y="254"/>
                    <a:pt x="38" y="1016"/>
                  </a:cubicBezTo>
                  <a:cubicBezTo>
                    <a:pt x="-13" y="673"/>
                    <a:pt x="-13" y="330"/>
                    <a:pt x="38" y="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3" name="Google Shape;413;p37"/>
            <p:cNvSpPr/>
            <p:nvPr/>
          </p:nvSpPr>
          <p:spPr>
            <a:xfrm>
              <a:off x="8662284" y="1728391"/>
              <a:ext cx="47486" cy="37836"/>
            </a:xfrm>
            <a:custGeom>
              <a:rect b="b" l="l" r="r" t="t"/>
              <a:pathLst>
                <a:path extrusionOk="0" h="37836" w="47486">
                  <a:moveTo>
                    <a:pt x="9396" y="35678"/>
                  </a:moveTo>
                  <a:lnTo>
                    <a:pt x="9396" y="37836"/>
                  </a:lnTo>
                  <a:lnTo>
                    <a:pt x="14475" y="33773"/>
                  </a:lnTo>
                  <a:lnTo>
                    <a:pt x="47487" y="6856"/>
                  </a:lnTo>
                  <a:cubicBezTo>
                    <a:pt x="45315" y="8799"/>
                    <a:pt x="42040" y="8799"/>
                    <a:pt x="39868" y="6856"/>
                  </a:cubicBezTo>
                  <a:cubicBezTo>
                    <a:pt x="37977" y="5193"/>
                    <a:pt x="37799" y="2298"/>
                    <a:pt x="39462" y="406"/>
                  </a:cubicBezTo>
                  <a:cubicBezTo>
                    <a:pt x="39589" y="267"/>
                    <a:pt x="39729" y="127"/>
                    <a:pt x="39868" y="0"/>
                  </a:cubicBezTo>
                  <a:lnTo>
                    <a:pt x="31489" y="6729"/>
                  </a:lnTo>
                  <a:lnTo>
                    <a:pt x="0" y="32123"/>
                  </a:lnTo>
                  <a:lnTo>
                    <a:pt x="0" y="32123"/>
                  </a:lnTo>
                  <a:cubicBezTo>
                    <a:pt x="1092" y="31285"/>
                    <a:pt x="2438" y="30841"/>
                    <a:pt x="3810" y="30853"/>
                  </a:cubicBezTo>
                  <a:cubicBezTo>
                    <a:pt x="6603" y="30574"/>
                    <a:pt x="9091" y="32605"/>
                    <a:pt x="9371" y="35398"/>
                  </a:cubicBezTo>
                  <a:cubicBezTo>
                    <a:pt x="9383" y="35487"/>
                    <a:pt x="9396" y="35576"/>
                    <a:pt x="9396" y="3567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4" name="Google Shape;414;p37"/>
            <p:cNvSpPr/>
            <p:nvPr/>
          </p:nvSpPr>
          <p:spPr>
            <a:xfrm>
              <a:off x="8703400" y="1554955"/>
              <a:ext cx="222978" cy="183018"/>
            </a:xfrm>
            <a:custGeom>
              <a:rect b="b" l="l" r="r" t="t"/>
              <a:pathLst>
                <a:path extrusionOk="0" h="183018" w="222978">
                  <a:moveTo>
                    <a:pt x="220312" y="6474"/>
                  </a:moveTo>
                  <a:cubicBezTo>
                    <a:pt x="221124" y="5839"/>
                    <a:pt x="221708" y="4938"/>
                    <a:pt x="221962" y="3934"/>
                  </a:cubicBezTo>
                  <a:cubicBezTo>
                    <a:pt x="221962" y="3934"/>
                    <a:pt x="221962" y="3934"/>
                    <a:pt x="221962" y="3934"/>
                  </a:cubicBezTo>
                  <a:lnTo>
                    <a:pt x="221962" y="2919"/>
                  </a:lnTo>
                  <a:cubicBezTo>
                    <a:pt x="221911" y="2627"/>
                    <a:pt x="221911" y="2322"/>
                    <a:pt x="221962" y="2030"/>
                  </a:cubicBezTo>
                  <a:cubicBezTo>
                    <a:pt x="222026" y="1738"/>
                    <a:pt x="222026" y="1433"/>
                    <a:pt x="221962" y="1141"/>
                  </a:cubicBezTo>
                  <a:cubicBezTo>
                    <a:pt x="222000" y="849"/>
                    <a:pt x="222000" y="544"/>
                    <a:pt x="221962" y="253"/>
                  </a:cubicBezTo>
                  <a:lnTo>
                    <a:pt x="221962" y="253"/>
                  </a:lnTo>
                  <a:lnTo>
                    <a:pt x="221962" y="253"/>
                  </a:lnTo>
                  <a:cubicBezTo>
                    <a:pt x="221670" y="189"/>
                    <a:pt x="221366" y="189"/>
                    <a:pt x="221074" y="253"/>
                  </a:cubicBezTo>
                  <a:lnTo>
                    <a:pt x="220058" y="253"/>
                  </a:lnTo>
                  <a:cubicBezTo>
                    <a:pt x="218305" y="-306"/>
                    <a:pt x="216388" y="75"/>
                    <a:pt x="214979" y="1268"/>
                  </a:cubicBezTo>
                  <a:lnTo>
                    <a:pt x="206599" y="7997"/>
                  </a:lnTo>
                  <a:lnTo>
                    <a:pt x="3450" y="173055"/>
                  </a:lnTo>
                  <a:lnTo>
                    <a:pt x="1546" y="174705"/>
                  </a:lnTo>
                  <a:cubicBezTo>
                    <a:pt x="-347" y="176381"/>
                    <a:pt x="-524" y="179263"/>
                    <a:pt x="1139" y="181155"/>
                  </a:cubicBezTo>
                  <a:cubicBezTo>
                    <a:pt x="1266" y="181295"/>
                    <a:pt x="1405" y="181434"/>
                    <a:pt x="1546" y="181562"/>
                  </a:cubicBezTo>
                  <a:cubicBezTo>
                    <a:pt x="3716" y="183504"/>
                    <a:pt x="6992" y="183504"/>
                    <a:pt x="9164" y="181562"/>
                  </a:cubicBezTo>
                  <a:lnTo>
                    <a:pt x="222978" y="787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5" name="Google Shape;415;p37"/>
            <p:cNvSpPr/>
            <p:nvPr/>
          </p:nvSpPr>
          <p:spPr>
            <a:xfrm>
              <a:off x="11305022" y="971413"/>
              <a:ext cx="9432" cy="54849"/>
            </a:xfrm>
            <a:custGeom>
              <a:rect b="b" l="l" r="r" t="t"/>
              <a:pathLst>
                <a:path extrusionOk="0" h="54849" w="9432">
                  <a:moveTo>
                    <a:pt x="4042" y="48248"/>
                  </a:moveTo>
                  <a:cubicBezTo>
                    <a:pt x="6848" y="48108"/>
                    <a:pt x="9235" y="50266"/>
                    <a:pt x="9375" y="53060"/>
                  </a:cubicBezTo>
                  <a:cubicBezTo>
                    <a:pt x="9375" y="53110"/>
                    <a:pt x="9375" y="53148"/>
                    <a:pt x="9375" y="53199"/>
                  </a:cubicBezTo>
                  <a:lnTo>
                    <a:pt x="9375" y="2412"/>
                  </a:lnTo>
                  <a:cubicBezTo>
                    <a:pt x="9375" y="2412"/>
                    <a:pt x="9375" y="2412"/>
                    <a:pt x="9375" y="2412"/>
                  </a:cubicBezTo>
                  <a:cubicBezTo>
                    <a:pt x="9452" y="2082"/>
                    <a:pt x="9452" y="1727"/>
                    <a:pt x="9375" y="1397"/>
                  </a:cubicBezTo>
                  <a:lnTo>
                    <a:pt x="9375" y="1397"/>
                  </a:lnTo>
                  <a:lnTo>
                    <a:pt x="9375" y="762"/>
                  </a:lnTo>
                  <a:lnTo>
                    <a:pt x="9375" y="0"/>
                  </a:lnTo>
                  <a:lnTo>
                    <a:pt x="9375" y="0"/>
                  </a:lnTo>
                  <a:lnTo>
                    <a:pt x="8613" y="0"/>
                  </a:lnTo>
                  <a:lnTo>
                    <a:pt x="7851" y="0"/>
                  </a:lnTo>
                  <a:lnTo>
                    <a:pt x="6962" y="0"/>
                  </a:lnTo>
                  <a:lnTo>
                    <a:pt x="5820" y="0"/>
                  </a:lnTo>
                  <a:lnTo>
                    <a:pt x="4804" y="0"/>
                  </a:lnTo>
                  <a:lnTo>
                    <a:pt x="3788" y="0"/>
                  </a:lnTo>
                  <a:lnTo>
                    <a:pt x="2646" y="0"/>
                  </a:lnTo>
                  <a:cubicBezTo>
                    <a:pt x="1186" y="838"/>
                    <a:pt x="271" y="2387"/>
                    <a:pt x="233" y="4063"/>
                  </a:cubicBezTo>
                  <a:lnTo>
                    <a:pt x="233" y="54850"/>
                  </a:lnTo>
                  <a:cubicBezTo>
                    <a:pt x="-617" y="52107"/>
                    <a:pt x="932" y="49187"/>
                    <a:pt x="3674" y="48349"/>
                  </a:cubicBezTo>
                  <a:cubicBezTo>
                    <a:pt x="3801" y="48311"/>
                    <a:pt x="3915" y="48273"/>
                    <a:pt x="4042" y="48248"/>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6" name="Google Shape;416;p37"/>
            <p:cNvSpPr/>
            <p:nvPr/>
          </p:nvSpPr>
          <p:spPr>
            <a:xfrm>
              <a:off x="11515349" y="1184337"/>
              <a:ext cx="9179" cy="194180"/>
            </a:xfrm>
            <a:custGeom>
              <a:rect b="b" l="l" r="r" t="t"/>
              <a:pathLst>
                <a:path extrusionOk="0" h="194180" w="9179">
                  <a:moveTo>
                    <a:pt x="3467" y="0"/>
                  </a:moveTo>
                  <a:lnTo>
                    <a:pt x="2451" y="0"/>
                  </a:lnTo>
                  <a:cubicBezTo>
                    <a:pt x="991" y="838"/>
                    <a:pt x="76" y="2387"/>
                    <a:pt x="38" y="4063"/>
                  </a:cubicBezTo>
                  <a:lnTo>
                    <a:pt x="38" y="190831"/>
                  </a:lnTo>
                  <a:lnTo>
                    <a:pt x="38" y="190831"/>
                  </a:lnTo>
                  <a:cubicBezTo>
                    <a:pt x="-13" y="191161"/>
                    <a:pt x="-13" y="191517"/>
                    <a:pt x="38" y="191847"/>
                  </a:cubicBezTo>
                  <a:cubicBezTo>
                    <a:pt x="-13" y="192101"/>
                    <a:pt x="-13" y="192355"/>
                    <a:pt x="38" y="192609"/>
                  </a:cubicBezTo>
                  <a:cubicBezTo>
                    <a:pt x="38" y="192609"/>
                    <a:pt x="38" y="192609"/>
                    <a:pt x="38" y="193371"/>
                  </a:cubicBezTo>
                  <a:cubicBezTo>
                    <a:pt x="38" y="194133"/>
                    <a:pt x="38" y="194005"/>
                    <a:pt x="38" y="194133"/>
                  </a:cubicBezTo>
                  <a:lnTo>
                    <a:pt x="800" y="194133"/>
                  </a:lnTo>
                  <a:cubicBezTo>
                    <a:pt x="1130" y="194196"/>
                    <a:pt x="1486" y="194196"/>
                    <a:pt x="1816" y="194133"/>
                  </a:cubicBezTo>
                  <a:lnTo>
                    <a:pt x="3720" y="194133"/>
                  </a:lnTo>
                  <a:cubicBezTo>
                    <a:pt x="6552" y="194272"/>
                    <a:pt x="8977" y="192139"/>
                    <a:pt x="9180" y="189308"/>
                  </a:cubicBezTo>
                  <a:lnTo>
                    <a:pt x="9180" y="4571"/>
                  </a:lnTo>
                  <a:cubicBezTo>
                    <a:pt x="9180" y="4571"/>
                    <a:pt x="9180" y="4571"/>
                    <a:pt x="9180" y="3809"/>
                  </a:cubicBezTo>
                  <a:lnTo>
                    <a:pt x="9180" y="2793"/>
                  </a:lnTo>
                  <a:cubicBezTo>
                    <a:pt x="9015" y="2425"/>
                    <a:pt x="8799" y="2082"/>
                    <a:pt x="8545" y="1778"/>
                  </a:cubicBezTo>
                  <a:lnTo>
                    <a:pt x="8545" y="1778"/>
                  </a:lnTo>
                  <a:lnTo>
                    <a:pt x="7403" y="1016"/>
                  </a:lnTo>
                  <a:lnTo>
                    <a:pt x="7403" y="1016"/>
                  </a:lnTo>
                  <a:cubicBezTo>
                    <a:pt x="7035" y="901"/>
                    <a:pt x="6628" y="901"/>
                    <a:pt x="6260" y="1016"/>
                  </a:cubicBezTo>
                  <a:lnTo>
                    <a:pt x="5371" y="1016"/>
                  </a:lnTo>
                  <a:lnTo>
                    <a:pt x="4229" y="1016"/>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7" name="Google Shape;417;p37"/>
            <p:cNvSpPr/>
            <p:nvPr/>
          </p:nvSpPr>
          <p:spPr>
            <a:xfrm>
              <a:off x="11516863" y="896376"/>
              <a:ext cx="309342" cy="275010"/>
            </a:xfrm>
            <a:custGeom>
              <a:rect b="b" l="l" r="r" t="t"/>
              <a:pathLst>
                <a:path extrusionOk="0" h="275010" w="309342">
                  <a:moveTo>
                    <a:pt x="301090" y="6856"/>
                  </a:moveTo>
                  <a:cubicBezTo>
                    <a:pt x="299198" y="5180"/>
                    <a:pt x="299020" y="2298"/>
                    <a:pt x="300683" y="406"/>
                  </a:cubicBezTo>
                  <a:cubicBezTo>
                    <a:pt x="300810" y="267"/>
                    <a:pt x="300949" y="127"/>
                    <a:pt x="301090" y="0"/>
                  </a:cubicBezTo>
                  <a:lnTo>
                    <a:pt x="299566" y="1397"/>
                  </a:lnTo>
                  <a:lnTo>
                    <a:pt x="48" y="268662"/>
                  </a:lnTo>
                  <a:lnTo>
                    <a:pt x="48" y="268662"/>
                  </a:lnTo>
                  <a:lnTo>
                    <a:pt x="48" y="269551"/>
                  </a:lnTo>
                  <a:lnTo>
                    <a:pt x="48" y="270313"/>
                  </a:lnTo>
                  <a:cubicBezTo>
                    <a:pt x="60" y="270605"/>
                    <a:pt x="60" y="270910"/>
                    <a:pt x="48" y="271202"/>
                  </a:cubicBezTo>
                  <a:cubicBezTo>
                    <a:pt x="48" y="271202"/>
                    <a:pt x="48" y="271837"/>
                    <a:pt x="48" y="272217"/>
                  </a:cubicBezTo>
                  <a:cubicBezTo>
                    <a:pt x="-3" y="272548"/>
                    <a:pt x="-3" y="272903"/>
                    <a:pt x="48" y="273233"/>
                  </a:cubicBezTo>
                  <a:cubicBezTo>
                    <a:pt x="-16" y="273487"/>
                    <a:pt x="-16" y="273741"/>
                    <a:pt x="48" y="273995"/>
                  </a:cubicBezTo>
                  <a:lnTo>
                    <a:pt x="809" y="275011"/>
                  </a:lnTo>
                  <a:cubicBezTo>
                    <a:pt x="809" y="275011"/>
                    <a:pt x="809" y="275011"/>
                    <a:pt x="809" y="275011"/>
                  </a:cubicBezTo>
                  <a:lnTo>
                    <a:pt x="809" y="275011"/>
                  </a:lnTo>
                  <a:lnTo>
                    <a:pt x="1698" y="275011"/>
                  </a:lnTo>
                  <a:lnTo>
                    <a:pt x="2587" y="275011"/>
                  </a:lnTo>
                  <a:lnTo>
                    <a:pt x="4491" y="275011"/>
                  </a:lnTo>
                  <a:cubicBezTo>
                    <a:pt x="5888" y="275011"/>
                    <a:pt x="7234" y="274515"/>
                    <a:pt x="8301" y="273614"/>
                  </a:cubicBezTo>
                  <a:lnTo>
                    <a:pt x="14522" y="268027"/>
                  </a:lnTo>
                  <a:lnTo>
                    <a:pt x="309342" y="4825"/>
                  </a:lnTo>
                  <a:cubicBezTo>
                    <a:pt x="307196" y="6831"/>
                    <a:pt x="303870" y="6831"/>
                    <a:pt x="301724"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8" name="Google Shape;418;p37"/>
            <p:cNvSpPr/>
            <p:nvPr/>
          </p:nvSpPr>
          <p:spPr>
            <a:xfrm>
              <a:off x="11816407" y="643076"/>
              <a:ext cx="292332" cy="261326"/>
            </a:xfrm>
            <a:custGeom>
              <a:rect b="b" l="l" r="r" t="t"/>
              <a:pathLst>
                <a:path extrusionOk="0" h="261326" w="292332">
                  <a:moveTo>
                    <a:pt x="1545" y="252918"/>
                  </a:moveTo>
                  <a:cubicBezTo>
                    <a:pt x="-346" y="254594"/>
                    <a:pt x="-524" y="257476"/>
                    <a:pt x="1139" y="259368"/>
                  </a:cubicBezTo>
                  <a:cubicBezTo>
                    <a:pt x="1266" y="259508"/>
                    <a:pt x="1405" y="259648"/>
                    <a:pt x="1545" y="259774"/>
                  </a:cubicBezTo>
                  <a:cubicBezTo>
                    <a:pt x="3666" y="261844"/>
                    <a:pt x="7043" y="261844"/>
                    <a:pt x="9163" y="259774"/>
                  </a:cubicBezTo>
                  <a:lnTo>
                    <a:pt x="9163" y="259774"/>
                  </a:lnTo>
                  <a:lnTo>
                    <a:pt x="288493" y="10284"/>
                  </a:lnTo>
                  <a:lnTo>
                    <a:pt x="290779" y="8253"/>
                  </a:lnTo>
                  <a:cubicBezTo>
                    <a:pt x="292709" y="6513"/>
                    <a:pt x="292861" y="3542"/>
                    <a:pt x="291122" y="1612"/>
                  </a:cubicBezTo>
                  <a:cubicBezTo>
                    <a:pt x="291021" y="1498"/>
                    <a:pt x="290906" y="1384"/>
                    <a:pt x="290779" y="1270"/>
                  </a:cubicBezTo>
                  <a:cubicBezTo>
                    <a:pt x="289953" y="571"/>
                    <a:pt x="288938" y="127"/>
                    <a:pt x="287859" y="0"/>
                  </a:cubicBezTo>
                  <a:lnTo>
                    <a:pt x="285827" y="0"/>
                  </a:lnTo>
                  <a:lnTo>
                    <a:pt x="284685" y="0"/>
                  </a:lnTo>
                  <a:lnTo>
                    <a:pt x="283796" y="0"/>
                  </a:lnTo>
                  <a:lnTo>
                    <a:pt x="11576" y="243396"/>
                  </a:lnTo>
                  <a:lnTo>
                    <a:pt x="2307" y="25152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19" name="Google Shape;419;p37"/>
            <p:cNvSpPr/>
            <p:nvPr/>
          </p:nvSpPr>
          <p:spPr>
            <a:xfrm>
              <a:off x="10534210" y="1541601"/>
              <a:ext cx="104208" cy="29604"/>
            </a:xfrm>
            <a:custGeom>
              <a:rect b="b" l="l" r="r" t="t"/>
              <a:pathLst>
                <a:path extrusionOk="0" h="29604" w="104208">
                  <a:moveTo>
                    <a:pt x="97733" y="24272"/>
                  </a:moveTo>
                  <a:cubicBezTo>
                    <a:pt x="98456" y="21491"/>
                    <a:pt x="101314" y="19828"/>
                    <a:pt x="104094" y="20552"/>
                  </a:cubicBezTo>
                  <a:cubicBezTo>
                    <a:pt x="104132" y="20565"/>
                    <a:pt x="104170" y="20577"/>
                    <a:pt x="104208" y="20590"/>
                  </a:cubicBezTo>
                  <a:lnTo>
                    <a:pt x="97605" y="19193"/>
                  </a:lnTo>
                  <a:lnTo>
                    <a:pt x="6569" y="148"/>
                  </a:lnTo>
                  <a:lnTo>
                    <a:pt x="6569" y="148"/>
                  </a:lnTo>
                  <a:cubicBezTo>
                    <a:pt x="3777" y="-512"/>
                    <a:pt x="945" y="1088"/>
                    <a:pt x="94" y="3830"/>
                  </a:cubicBezTo>
                  <a:cubicBezTo>
                    <a:pt x="-439" y="6586"/>
                    <a:pt x="1351" y="9252"/>
                    <a:pt x="4107" y="9785"/>
                  </a:cubicBezTo>
                  <a:cubicBezTo>
                    <a:pt x="4119" y="9798"/>
                    <a:pt x="4145" y="9798"/>
                    <a:pt x="4157" y="9798"/>
                  </a:cubicBezTo>
                  <a:lnTo>
                    <a:pt x="4157" y="9798"/>
                  </a:lnTo>
                  <a:lnTo>
                    <a:pt x="6697" y="9798"/>
                  </a:lnTo>
                  <a:lnTo>
                    <a:pt x="101541" y="29605"/>
                  </a:lnTo>
                  <a:cubicBezTo>
                    <a:pt x="99104" y="29046"/>
                    <a:pt x="97479" y="26761"/>
                    <a:pt x="97733" y="2427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0" name="Google Shape;420;p37"/>
            <p:cNvSpPr/>
            <p:nvPr/>
          </p:nvSpPr>
          <p:spPr>
            <a:xfrm>
              <a:off x="9829245" y="2365541"/>
              <a:ext cx="171966" cy="141412"/>
            </a:xfrm>
            <a:custGeom>
              <a:rect b="b" l="l" r="r" t="t"/>
              <a:pathLst>
                <a:path extrusionOk="0" h="141412" w="171966">
                  <a:moveTo>
                    <a:pt x="385" y="138999"/>
                  </a:moveTo>
                  <a:cubicBezTo>
                    <a:pt x="335" y="139329"/>
                    <a:pt x="335" y="139685"/>
                    <a:pt x="385" y="140015"/>
                  </a:cubicBezTo>
                  <a:lnTo>
                    <a:pt x="385" y="140777"/>
                  </a:lnTo>
                  <a:cubicBezTo>
                    <a:pt x="385" y="140777"/>
                    <a:pt x="385" y="140777"/>
                    <a:pt x="385" y="140777"/>
                  </a:cubicBezTo>
                  <a:lnTo>
                    <a:pt x="385" y="140777"/>
                  </a:lnTo>
                  <a:lnTo>
                    <a:pt x="1401" y="141412"/>
                  </a:lnTo>
                  <a:lnTo>
                    <a:pt x="2290" y="141412"/>
                  </a:lnTo>
                  <a:lnTo>
                    <a:pt x="4195" y="141412"/>
                  </a:lnTo>
                  <a:cubicBezTo>
                    <a:pt x="5490" y="141437"/>
                    <a:pt x="6759" y="140980"/>
                    <a:pt x="7749" y="140142"/>
                  </a:cubicBezTo>
                  <a:lnTo>
                    <a:pt x="14859" y="134428"/>
                  </a:lnTo>
                  <a:lnTo>
                    <a:pt x="170523" y="7461"/>
                  </a:lnTo>
                  <a:cubicBezTo>
                    <a:pt x="171107" y="6864"/>
                    <a:pt x="171577" y="6179"/>
                    <a:pt x="171919" y="5430"/>
                  </a:cubicBezTo>
                  <a:cubicBezTo>
                    <a:pt x="171983" y="5176"/>
                    <a:pt x="171983" y="4922"/>
                    <a:pt x="171919" y="4668"/>
                  </a:cubicBezTo>
                  <a:cubicBezTo>
                    <a:pt x="171983" y="4338"/>
                    <a:pt x="171983" y="3982"/>
                    <a:pt x="171919" y="3652"/>
                  </a:cubicBezTo>
                  <a:cubicBezTo>
                    <a:pt x="171983" y="3360"/>
                    <a:pt x="171983" y="3056"/>
                    <a:pt x="171919" y="2763"/>
                  </a:cubicBezTo>
                  <a:cubicBezTo>
                    <a:pt x="171970" y="2472"/>
                    <a:pt x="171970" y="2167"/>
                    <a:pt x="171919" y="1875"/>
                  </a:cubicBezTo>
                  <a:cubicBezTo>
                    <a:pt x="171945" y="1583"/>
                    <a:pt x="171945" y="1278"/>
                    <a:pt x="171919" y="986"/>
                  </a:cubicBezTo>
                  <a:lnTo>
                    <a:pt x="171919" y="986"/>
                  </a:lnTo>
                  <a:lnTo>
                    <a:pt x="171919" y="986"/>
                  </a:lnTo>
                  <a:lnTo>
                    <a:pt x="171030" y="351"/>
                  </a:lnTo>
                  <a:lnTo>
                    <a:pt x="170141" y="351"/>
                  </a:lnTo>
                  <a:cubicBezTo>
                    <a:pt x="168250" y="-334"/>
                    <a:pt x="166142" y="-4"/>
                    <a:pt x="164555" y="1240"/>
                  </a:cubicBezTo>
                  <a:lnTo>
                    <a:pt x="157445" y="6954"/>
                  </a:lnTo>
                  <a:lnTo>
                    <a:pt x="1908" y="133921"/>
                  </a:lnTo>
                  <a:lnTo>
                    <a:pt x="1908" y="133921"/>
                  </a:lnTo>
                  <a:lnTo>
                    <a:pt x="1274" y="134682"/>
                  </a:lnTo>
                  <a:lnTo>
                    <a:pt x="1274" y="134682"/>
                  </a:lnTo>
                  <a:lnTo>
                    <a:pt x="1274" y="134682"/>
                  </a:lnTo>
                  <a:cubicBezTo>
                    <a:pt x="1223" y="134936"/>
                    <a:pt x="1223" y="135190"/>
                    <a:pt x="1274" y="135444"/>
                  </a:cubicBezTo>
                  <a:cubicBezTo>
                    <a:pt x="1198" y="135736"/>
                    <a:pt x="1198" y="136041"/>
                    <a:pt x="1274" y="136333"/>
                  </a:cubicBezTo>
                  <a:lnTo>
                    <a:pt x="1274" y="136333"/>
                  </a:lnTo>
                  <a:cubicBezTo>
                    <a:pt x="385" y="136536"/>
                    <a:pt x="-161" y="137425"/>
                    <a:pt x="42" y="138313"/>
                  </a:cubicBezTo>
                  <a:cubicBezTo>
                    <a:pt x="106" y="138568"/>
                    <a:pt x="220" y="138796"/>
                    <a:pt x="385" y="138999"/>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1" name="Google Shape;421;p37"/>
            <p:cNvSpPr/>
            <p:nvPr/>
          </p:nvSpPr>
          <p:spPr>
            <a:xfrm>
              <a:off x="11280321" y="2740059"/>
              <a:ext cx="9872" cy="91046"/>
            </a:xfrm>
            <a:custGeom>
              <a:rect b="b" l="l" r="r" t="t"/>
              <a:pathLst>
                <a:path extrusionOk="0" h="91046" w="9872">
                  <a:moveTo>
                    <a:pt x="4745" y="5"/>
                  </a:moveTo>
                  <a:lnTo>
                    <a:pt x="3730" y="5"/>
                  </a:lnTo>
                  <a:lnTo>
                    <a:pt x="2587" y="5"/>
                  </a:lnTo>
                  <a:lnTo>
                    <a:pt x="1698" y="5"/>
                  </a:lnTo>
                  <a:lnTo>
                    <a:pt x="809" y="5"/>
                  </a:lnTo>
                  <a:lnTo>
                    <a:pt x="48" y="5"/>
                  </a:lnTo>
                  <a:lnTo>
                    <a:pt x="48" y="894"/>
                  </a:lnTo>
                  <a:lnTo>
                    <a:pt x="48" y="1656"/>
                  </a:lnTo>
                  <a:cubicBezTo>
                    <a:pt x="-16" y="1986"/>
                    <a:pt x="-16" y="2341"/>
                    <a:pt x="48" y="2672"/>
                  </a:cubicBezTo>
                  <a:cubicBezTo>
                    <a:pt x="-3" y="2925"/>
                    <a:pt x="-3" y="3179"/>
                    <a:pt x="48" y="3433"/>
                  </a:cubicBezTo>
                  <a:lnTo>
                    <a:pt x="48" y="86089"/>
                  </a:lnTo>
                  <a:cubicBezTo>
                    <a:pt x="187" y="88958"/>
                    <a:pt x="2625" y="91180"/>
                    <a:pt x="5495" y="91041"/>
                  </a:cubicBezTo>
                  <a:cubicBezTo>
                    <a:pt x="5495" y="91041"/>
                    <a:pt x="5507" y="91041"/>
                    <a:pt x="5507" y="91041"/>
                  </a:cubicBezTo>
                  <a:cubicBezTo>
                    <a:pt x="6866" y="91066"/>
                    <a:pt x="8186" y="90558"/>
                    <a:pt x="9190" y="89644"/>
                  </a:cubicBezTo>
                  <a:lnTo>
                    <a:pt x="9190" y="88882"/>
                  </a:lnTo>
                  <a:lnTo>
                    <a:pt x="9824" y="88120"/>
                  </a:lnTo>
                  <a:cubicBezTo>
                    <a:pt x="9888" y="87866"/>
                    <a:pt x="9888" y="87613"/>
                    <a:pt x="9824" y="87358"/>
                  </a:cubicBezTo>
                  <a:cubicBezTo>
                    <a:pt x="9888" y="86977"/>
                    <a:pt x="9888" y="86597"/>
                    <a:pt x="9824" y="86216"/>
                  </a:cubicBezTo>
                  <a:lnTo>
                    <a:pt x="9824" y="86216"/>
                  </a:lnTo>
                  <a:lnTo>
                    <a:pt x="9824" y="3560"/>
                  </a:lnTo>
                  <a:cubicBezTo>
                    <a:pt x="9139" y="1363"/>
                    <a:pt x="7044" y="-97"/>
                    <a:pt x="4745" y="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2" name="Google Shape;422;p37"/>
            <p:cNvSpPr/>
            <p:nvPr/>
          </p:nvSpPr>
          <p:spPr>
            <a:xfrm>
              <a:off x="9464449" y="412631"/>
              <a:ext cx="268050" cy="88369"/>
            </a:xfrm>
            <a:custGeom>
              <a:rect b="b" l="l" r="r" t="t"/>
              <a:pathLst>
                <a:path extrusionOk="0" h="88369" w="268050">
                  <a:moveTo>
                    <a:pt x="3068" y="9396"/>
                  </a:moveTo>
                  <a:lnTo>
                    <a:pt x="5988" y="10284"/>
                  </a:lnTo>
                  <a:lnTo>
                    <a:pt x="264622" y="88369"/>
                  </a:lnTo>
                  <a:cubicBezTo>
                    <a:pt x="261981" y="87645"/>
                    <a:pt x="260432" y="84928"/>
                    <a:pt x="261156" y="82287"/>
                  </a:cubicBezTo>
                  <a:cubicBezTo>
                    <a:pt x="261169" y="82237"/>
                    <a:pt x="261182" y="82199"/>
                    <a:pt x="261194" y="82148"/>
                  </a:cubicBezTo>
                  <a:cubicBezTo>
                    <a:pt x="262349" y="79519"/>
                    <a:pt x="265321" y="78199"/>
                    <a:pt x="268051" y="79101"/>
                  </a:cubicBezTo>
                  <a:lnTo>
                    <a:pt x="260941" y="76942"/>
                  </a:lnTo>
                  <a:lnTo>
                    <a:pt x="7004" y="0"/>
                  </a:lnTo>
                  <a:lnTo>
                    <a:pt x="4210" y="0"/>
                  </a:lnTo>
                  <a:lnTo>
                    <a:pt x="3321" y="0"/>
                  </a:lnTo>
                  <a:lnTo>
                    <a:pt x="2306" y="0"/>
                  </a:lnTo>
                  <a:cubicBezTo>
                    <a:pt x="71" y="1321"/>
                    <a:pt x="-665" y="4203"/>
                    <a:pt x="656" y="6437"/>
                  </a:cubicBezTo>
                  <a:cubicBezTo>
                    <a:pt x="1328" y="7555"/>
                    <a:pt x="2420" y="8354"/>
                    <a:pt x="3703" y="8634"/>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3" name="Google Shape;423;p37"/>
            <p:cNvSpPr/>
            <p:nvPr/>
          </p:nvSpPr>
          <p:spPr>
            <a:xfrm>
              <a:off x="9725425" y="491227"/>
              <a:ext cx="129435" cy="45579"/>
            </a:xfrm>
            <a:custGeom>
              <a:rect b="b" l="l" r="r" t="t"/>
              <a:pathLst>
                <a:path extrusionOk="0" h="45579" w="129435">
                  <a:moveTo>
                    <a:pt x="218" y="3551"/>
                  </a:moveTo>
                  <a:cubicBezTo>
                    <a:pt x="-582" y="6167"/>
                    <a:pt x="891" y="8935"/>
                    <a:pt x="3507" y="9735"/>
                  </a:cubicBezTo>
                  <a:cubicBezTo>
                    <a:pt x="3557" y="9747"/>
                    <a:pt x="3596" y="9760"/>
                    <a:pt x="3646" y="9773"/>
                  </a:cubicBezTo>
                  <a:lnTo>
                    <a:pt x="122361" y="45578"/>
                  </a:lnTo>
                  <a:lnTo>
                    <a:pt x="124012" y="45578"/>
                  </a:lnTo>
                  <a:cubicBezTo>
                    <a:pt x="126297" y="45641"/>
                    <a:pt x="128367" y="44270"/>
                    <a:pt x="129218" y="42150"/>
                  </a:cubicBezTo>
                  <a:cubicBezTo>
                    <a:pt x="130018" y="39534"/>
                    <a:pt x="128544" y="36766"/>
                    <a:pt x="125929" y="35966"/>
                  </a:cubicBezTo>
                  <a:cubicBezTo>
                    <a:pt x="125879" y="35953"/>
                    <a:pt x="125841" y="35941"/>
                    <a:pt x="125789" y="35928"/>
                  </a:cubicBezTo>
                  <a:lnTo>
                    <a:pt x="122742" y="35039"/>
                  </a:lnTo>
                  <a:lnTo>
                    <a:pt x="10756" y="1266"/>
                  </a:lnTo>
                  <a:lnTo>
                    <a:pt x="7074" y="250"/>
                  </a:lnTo>
                  <a:cubicBezTo>
                    <a:pt x="4281" y="-613"/>
                    <a:pt x="1285" y="822"/>
                    <a:pt x="218" y="355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4" name="Google Shape;424;p37"/>
            <p:cNvSpPr/>
            <p:nvPr/>
          </p:nvSpPr>
          <p:spPr>
            <a:xfrm>
              <a:off x="8100642" y="-12696"/>
              <a:ext cx="849448" cy="254177"/>
            </a:xfrm>
            <a:custGeom>
              <a:rect b="b" l="l" r="r" t="t"/>
              <a:pathLst>
                <a:path extrusionOk="0" h="254177" w="849448">
                  <a:moveTo>
                    <a:pt x="0" y="0"/>
                  </a:moveTo>
                  <a:lnTo>
                    <a:pt x="34179" y="0"/>
                  </a:lnTo>
                  <a:lnTo>
                    <a:pt x="847575" y="245922"/>
                  </a:lnTo>
                  <a:lnTo>
                    <a:pt x="848591" y="245922"/>
                  </a:lnTo>
                  <a:lnTo>
                    <a:pt x="849352" y="245922"/>
                  </a:lnTo>
                  <a:lnTo>
                    <a:pt x="849352" y="246684"/>
                  </a:lnTo>
                  <a:lnTo>
                    <a:pt x="849352" y="247446"/>
                  </a:lnTo>
                  <a:cubicBezTo>
                    <a:pt x="849403" y="247738"/>
                    <a:pt x="849403" y="248043"/>
                    <a:pt x="849352" y="248335"/>
                  </a:cubicBezTo>
                  <a:cubicBezTo>
                    <a:pt x="849352" y="249097"/>
                    <a:pt x="849352" y="249097"/>
                    <a:pt x="849352" y="249097"/>
                  </a:cubicBezTo>
                  <a:cubicBezTo>
                    <a:pt x="849480" y="249643"/>
                    <a:pt x="849480" y="250201"/>
                    <a:pt x="849352" y="250747"/>
                  </a:cubicBezTo>
                  <a:cubicBezTo>
                    <a:pt x="848577" y="252868"/>
                    <a:pt x="846534" y="254251"/>
                    <a:pt x="844273" y="254175"/>
                  </a:cubicBezTo>
                  <a:lnTo>
                    <a:pt x="842623" y="254175"/>
                  </a:lnTo>
                  <a:lnTo>
                    <a:pt x="838814" y="253033"/>
                  </a:lnTo>
                  <a:lnTo>
                    <a:pt x="835385" y="25239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5" name="Google Shape;425;p37"/>
            <p:cNvSpPr/>
            <p:nvPr/>
          </p:nvSpPr>
          <p:spPr>
            <a:xfrm>
              <a:off x="4127359" y="49251"/>
              <a:ext cx="10792" cy="108112"/>
            </a:xfrm>
            <a:custGeom>
              <a:rect b="b" l="l" r="r" t="t"/>
              <a:pathLst>
                <a:path extrusionOk="0" h="108112" w="10792">
                  <a:moveTo>
                    <a:pt x="10792" y="0"/>
                  </a:moveTo>
                  <a:cubicBezTo>
                    <a:pt x="10335" y="2984"/>
                    <a:pt x="7542" y="5028"/>
                    <a:pt x="4571" y="4571"/>
                  </a:cubicBezTo>
                  <a:cubicBezTo>
                    <a:pt x="2209" y="4203"/>
                    <a:pt x="368" y="2362"/>
                    <a:pt x="0" y="0"/>
                  </a:cubicBezTo>
                  <a:lnTo>
                    <a:pt x="0" y="103478"/>
                  </a:lnTo>
                  <a:cubicBezTo>
                    <a:pt x="457" y="106462"/>
                    <a:pt x="3251" y="108506"/>
                    <a:pt x="6221" y="108049"/>
                  </a:cubicBezTo>
                  <a:cubicBezTo>
                    <a:pt x="8583" y="107681"/>
                    <a:pt x="10424" y="105840"/>
                    <a:pt x="10792" y="103478"/>
                  </a:cubicBezTo>
                  <a:lnTo>
                    <a:pt x="10792" y="0"/>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6" name="Google Shape;426;p37"/>
            <p:cNvSpPr/>
            <p:nvPr/>
          </p:nvSpPr>
          <p:spPr>
            <a:xfrm>
              <a:off x="8661519" y="1759745"/>
              <a:ext cx="9272" cy="47491"/>
            </a:xfrm>
            <a:custGeom>
              <a:rect b="b" l="l" r="r" t="t"/>
              <a:pathLst>
                <a:path extrusionOk="0" h="47491" w="9272">
                  <a:moveTo>
                    <a:pt x="4828" y="47492"/>
                  </a:moveTo>
                  <a:lnTo>
                    <a:pt x="4828" y="47492"/>
                  </a:lnTo>
                  <a:cubicBezTo>
                    <a:pt x="5806" y="47441"/>
                    <a:pt x="6758" y="47175"/>
                    <a:pt x="7621" y="46730"/>
                  </a:cubicBezTo>
                  <a:lnTo>
                    <a:pt x="7621" y="46730"/>
                  </a:lnTo>
                  <a:cubicBezTo>
                    <a:pt x="8370" y="46184"/>
                    <a:pt x="8942" y="45435"/>
                    <a:pt x="9272" y="44572"/>
                  </a:cubicBezTo>
                  <a:lnTo>
                    <a:pt x="9272" y="43810"/>
                  </a:lnTo>
                  <a:cubicBezTo>
                    <a:pt x="9272" y="43810"/>
                    <a:pt x="9272" y="43810"/>
                    <a:pt x="9272" y="42921"/>
                  </a:cubicBezTo>
                  <a:lnTo>
                    <a:pt x="9272" y="4831"/>
                  </a:lnTo>
                  <a:cubicBezTo>
                    <a:pt x="9132" y="2025"/>
                    <a:pt x="6758" y="-133"/>
                    <a:pt x="3952" y="6"/>
                  </a:cubicBezTo>
                  <a:cubicBezTo>
                    <a:pt x="3952" y="6"/>
                    <a:pt x="3939" y="6"/>
                    <a:pt x="3939" y="6"/>
                  </a:cubicBezTo>
                  <a:cubicBezTo>
                    <a:pt x="2568" y="-6"/>
                    <a:pt x="1222" y="438"/>
                    <a:pt x="130" y="1276"/>
                  </a:cubicBezTo>
                  <a:lnTo>
                    <a:pt x="130" y="1276"/>
                  </a:lnTo>
                  <a:lnTo>
                    <a:pt x="130" y="2038"/>
                  </a:lnTo>
                  <a:lnTo>
                    <a:pt x="130" y="2038"/>
                  </a:lnTo>
                  <a:lnTo>
                    <a:pt x="130" y="2038"/>
                  </a:lnTo>
                  <a:lnTo>
                    <a:pt x="130" y="2038"/>
                  </a:lnTo>
                  <a:cubicBezTo>
                    <a:pt x="80" y="2368"/>
                    <a:pt x="80" y="2723"/>
                    <a:pt x="130" y="3053"/>
                  </a:cubicBezTo>
                  <a:lnTo>
                    <a:pt x="130" y="3053"/>
                  </a:lnTo>
                  <a:lnTo>
                    <a:pt x="130" y="41144"/>
                  </a:lnTo>
                  <a:cubicBezTo>
                    <a:pt x="-505" y="43950"/>
                    <a:pt x="1247" y="46743"/>
                    <a:pt x="4053" y="47378"/>
                  </a:cubicBezTo>
                  <a:cubicBezTo>
                    <a:pt x="4307" y="47429"/>
                    <a:pt x="4561" y="47467"/>
                    <a:pt x="4828" y="47492"/>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7" name="Google Shape;427;p37"/>
            <p:cNvSpPr/>
            <p:nvPr/>
          </p:nvSpPr>
          <p:spPr>
            <a:xfrm>
              <a:off x="7576070" y="1096476"/>
              <a:ext cx="191864" cy="28827"/>
            </a:xfrm>
            <a:custGeom>
              <a:rect b="b" l="l" r="r" t="t"/>
              <a:pathLst>
                <a:path extrusionOk="0" h="28827" w="191864">
                  <a:moveTo>
                    <a:pt x="191849" y="23870"/>
                  </a:moveTo>
                  <a:cubicBezTo>
                    <a:pt x="192065" y="21077"/>
                    <a:pt x="189970" y="18626"/>
                    <a:pt x="187177" y="18410"/>
                  </a:cubicBezTo>
                  <a:cubicBezTo>
                    <a:pt x="187177" y="18410"/>
                    <a:pt x="187164" y="18410"/>
                    <a:pt x="187151" y="18410"/>
                  </a:cubicBezTo>
                  <a:lnTo>
                    <a:pt x="184739" y="18410"/>
                  </a:lnTo>
                  <a:lnTo>
                    <a:pt x="5460" y="0"/>
                  </a:lnTo>
                  <a:lnTo>
                    <a:pt x="635" y="0"/>
                  </a:lnTo>
                  <a:cubicBezTo>
                    <a:pt x="3441" y="140"/>
                    <a:pt x="5600" y="2514"/>
                    <a:pt x="5460" y="5320"/>
                  </a:cubicBezTo>
                  <a:cubicBezTo>
                    <a:pt x="5460" y="5320"/>
                    <a:pt x="5460" y="5333"/>
                    <a:pt x="5460" y="5333"/>
                  </a:cubicBezTo>
                  <a:cubicBezTo>
                    <a:pt x="5015" y="7974"/>
                    <a:pt x="2679" y="9878"/>
                    <a:pt x="0" y="9777"/>
                  </a:cubicBezTo>
                  <a:lnTo>
                    <a:pt x="0" y="9777"/>
                  </a:lnTo>
                  <a:lnTo>
                    <a:pt x="186389" y="28822"/>
                  </a:lnTo>
                  <a:lnTo>
                    <a:pt x="186389" y="28822"/>
                  </a:lnTo>
                  <a:cubicBezTo>
                    <a:pt x="189259" y="28961"/>
                    <a:pt x="191709" y="26752"/>
                    <a:pt x="191849" y="23883"/>
                  </a:cubicBezTo>
                  <a:cubicBezTo>
                    <a:pt x="191849" y="23883"/>
                    <a:pt x="191849" y="23870"/>
                    <a:pt x="191849" y="23870"/>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8" name="Google Shape;428;p37"/>
            <p:cNvSpPr/>
            <p:nvPr/>
          </p:nvSpPr>
          <p:spPr>
            <a:xfrm>
              <a:off x="11303604" y="1202620"/>
              <a:ext cx="9989" cy="396524"/>
            </a:xfrm>
            <a:custGeom>
              <a:rect b="b" l="l" r="r" t="t"/>
              <a:pathLst>
                <a:path extrusionOk="0" h="396524" w="9989">
                  <a:moveTo>
                    <a:pt x="5460" y="4825"/>
                  </a:moveTo>
                  <a:cubicBezTo>
                    <a:pt x="2628" y="4964"/>
                    <a:pt x="203" y="2831"/>
                    <a:pt x="0" y="0"/>
                  </a:cubicBezTo>
                  <a:lnTo>
                    <a:pt x="0" y="391693"/>
                  </a:lnTo>
                  <a:cubicBezTo>
                    <a:pt x="203" y="394525"/>
                    <a:pt x="2628" y="396658"/>
                    <a:pt x="5460" y="396518"/>
                  </a:cubicBezTo>
                  <a:cubicBezTo>
                    <a:pt x="6792" y="396505"/>
                    <a:pt x="8087" y="396061"/>
                    <a:pt x="9141" y="395248"/>
                  </a:cubicBezTo>
                  <a:lnTo>
                    <a:pt x="9903" y="394233"/>
                  </a:lnTo>
                  <a:cubicBezTo>
                    <a:pt x="10018" y="393992"/>
                    <a:pt x="10018" y="393712"/>
                    <a:pt x="9903" y="393471"/>
                  </a:cubicBezTo>
                  <a:cubicBezTo>
                    <a:pt x="9942" y="393128"/>
                    <a:pt x="9942" y="392798"/>
                    <a:pt x="9903" y="392455"/>
                  </a:cubicBezTo>
                  <a:lnTo>
                    <a:pt x="9903" y="392455"/>
                  </a:lnTo>
                  <a:lnTo>
                    <a:pt x="9903" y="0"/>
                  </a:lnTo>
                  <a:cubicBezTo>
                    <a:pt x="9802" y="2476"/>
                    <a:pt x="7922" y="4520"/>
                    <a:pt x="5460" y="482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29" name="Google Shape;429;p37"/>
            <p:cNvSpPr/>
            <p:nvPr/>
          </p:nvSpPr>
          <p:spPr>
            <a:xfrm>
              <a:off x="11196951" y="1679889"/>
              <a:ext cx="990272" cy="215590"/>
            </a:xfrm>
            <a:custGeom>
              <a:rect b="b" l="l" r="r" t="t"/>
              <a:pathLst>
                <a:path extrusionOk="0" h="215590" w="990272">
                  <a:moveTo>
                    <a:pt x="6476" y="5841"/>
                  </a:moveTo>
                  <a:cubicBezTo>
                    <a:pt x="5777" y="8177"/>
                    <a:pt x="3581" y="9751"/>
                    <a:pt x="1143" y="9650"/>
                  </a:cubicBezTo>
                  <a:lnTo>
                    <a:pt x="0" y="9650"/>
                  </a:lnTo>
                  <a:lnTo>
                    <a:pt x="976005" y="213940"/>
                  </a:lnTo>
                  <a:lnTo>
                    <a:pt x="983877" y="215590"/>
                  </a:lnTo>
                  <a:lnTo>
                    <a:pt x="985020" y="215590"/>
                  </a:lnTo>
                  <a:cubicBezTo>
                    <a:pt x="987420" y="215628"/>
                    <a:pt x="989540" y="214079"/>
                    <a:pt x="990225" y="211781"/>
                  </a:cubicBezTo>
                  <a:lnTo>
                    <a:pt x="990225" y="211781"/>
                  </a:lnTo>
                  <a:cubicBezTo>
                    <a:pt x="990289" y="211400"/>
                    <a:pt x="990289" y="211019"/>
                    <a:pt x="990225" y="210638"/>
                  </a:cubicBezTo>
                  <a:lnTo>
                    <a:pt x="990225" y="210638"/>
                  </a:lnTo>
                  <a:cubicBezTo>
                    <a:pt x="990276" y="210296"/>
                    <a:pt x="990276" y="209953"/>
                    <a:pt x="990225" y="209623"/>
                  </a:cubicBezTo>
                  <a:cubicBezTo>
                    <a:pt x="990264" y="209331"/>
                    <a:pt x="990264" y="209026"/>
                    <a:pt x="990225" y="208734"/>
                  </a:cubicBezTo>
                  <a:lnTo>
                    <a:pt x="990225" y="208734"/>
                  </a:lnTo>
                  <a:lnTo>
                    <a:pt x="990225" y="208734"/>
                  </a:lnTo>
                  <a:lnTo>
                    <a:pt x="990225" y="208734"/>
                  </a:lnTo>
                  <a:lnTo>
                    <a:pt x="989591" y="208734"/>
                  </a:lnTo>
                  <a:lnTo>
                    <a:pt x="989591" y="208734"/>
                  </a:lnTo>
                  <a:cubicBezTo>
                    <a:pt x="989133" y="208620"/>
                    <a:pt x="988651" y="208620"/>
                    <a:pt x="988194" y="208734"/>
                  </a:cubicBezTo>
                  <a:lnTo>
                    <a:pt x="988194" y="208734"/>
                  </a:lnTo>
                  <a:lnTo>
                    <a:pt x="988194" y="208734"/>
                  </a:lnTo>
                  <a:lnTo>
                    <a:pt x="988194" y="208734"/>
                  </a:lnTo>
                  <a:lnTo>
                    <a:pt x="12570" y="2032"/>
                  </a:lnTo>
                  <a:lnTo>
                    <a:pt x="2412" y="0"/>
                  </a:lnTo>
                  <a:cubicBezTo>
                    <a:pt x="5117" y="444"/>
                    <a:pt x="6945" y="2984"/>
                    <a:pt x="6501" y="5688"/>
                  </a:cubicBezTo>
                  <a:cubicBezTo>
                    <a:pt x="6501" y="5739"/>
                    <a:pt x="6489" y="5790"/>
                    <a:pt x="6476" y="584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0" name="Google Shape;430;p37"/>
            <p:cNvSpPr/>
            <p:nvPr/>
          </p:nvSpPr>
          <p:spPr>
            <a:xfrm>
              <a:off x="4127359" y="-12695"/>
              <a:ext cx="10792" cy="66581"/>
            </a:xfrm>
            <a:custGeom>
              <a:rect b="b" l="l" r="r" t="t"/>
              <a:pathLst>
                <a:path extrusionOk="0" h="66581" w="10792">
                  <a:moveTo>
                    <a:pt x="0" y="0"/>
                  </a:moveTo>
                  <a:lnTo>
                    <a:pt x="10792" y="0"/>
                  </a:lnTo>
                  <a:lnTo>
                    <a:pt x="10792" y="61947"/>
                  </a:lnTo>
                  <a:cubicBezTo>
                    <a:pt x="10424" y="64309"/>
                    <a:pt x="8583" y="66150"/>
                    <a:pt x="6221" y="66518"/>
                  </a:cubicBezTo>
                  <a:cubicBezTo>
                    <a:pt x="3251" y="66975"/>
                    <a:pt x="457" y="64931"/>
                    <a:pt x="0" y="61947"/>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1" name="Google Shape;431;p37"/>
            <p:cNvSpPr/>
            <p:nvPr/>
          </p:nvSpPr>
          <p:spPr>
            <a:xfrm>
              <a:off x="5901841" y="924816"/>
              <a:ext cx="180067" cy="26722"/>
            </a:xfrm>
            <a:custGeom>
              <a:rect b="b" l="l" r="r" t="t"/>
              <a:pathLst>
                <a:path extrusionOk="0" h="26722" w="180067">
                  <a:moveTo>
                    <a:pt x="174100" y="21965"/>
                  </a:moveTo>
                  <a:cubicBezTo>
                    <a:pt x="174620" y="19159"/>
                    <a:pt x="177249" y="17268"/>
                    <a:pt x="180067" y="17648"/>
                  </a:cubicBezTo>
                  <a:lnTo>
                    <a:pt x="177655" y="17648"/>
                  </a:lnTo>
                  <a:lnTo>
                    <a:pt x="4978" y="0"/>
                  </a:lnTo>
                  <a:lnTo>
                    <a:pt x="2692" y="0"/>
                  </a:lnTo>
                  <a:lnTo>
                    <a:pt x="1423" y="635"/>
                  </a:lnTo>
                  <a:cubicBezTo>
                    <a:pt x="1423" y="635"/>
                    <a:pt x="1423" y="635"/>
                    <a:pt x="1423" y="635"/>
                  </a:cubicBezTo>
                  <a:lnTo>
                    <a:pt x="661" y="1397"/>
                  </a:lnTo>
                  <a:cubicBezTo>
                    <a:pt x="623" y="1650"/>
                    <a:pt x="623" y="1904"/>
                    <a:pt x="661" y="2158"/>
                  </a:cubicBezTo>
                  <a:cubicBezTo>
                    <a:pt x="344" y="2615"/>
                    <a:pt x="128" y="3136"/>
                    <a:pt x="26" y="3682"/>
                  </a:cubicBezTo>
                  <a:cubicBezTo>
                    <a:pt x="-253" y="6399"/>
                    <a:pt x="1728" y="8837"/>
                    <a:pt x="4445" y="9116"/>
                  </a:cubicBezTo>
                  <a:cubicBezTo>
                    <a:pt x="4585" y="9129"/>
                    <a:pt x="4711" y="9142"/>
                    <a:pt x="4851" y="9142"/>
                  </a:cubicBezTo>
                  <a:lnTo>
                    <a:pt x="8787" y="9142"/>
                  </a:lnTo>
                  <a:lnTo>
                    <a:pt x="179813" y="26663"/>
                  </a:lnTo>
                  <a:cubicBezTo>
                    <a:pt x="177109" y="27082"/>
                    <a:pt x="174582" y="25241"/>
                    <a:pt x="174150" y="22537"/>
                  </a:cubicBezTo>
                  <a:cubicBezTo>
                    <a:pt x="174125" y="22346"/>
                    <a:pt x="174112" y="22156"/>
                    <a:pt x="174100" y="2196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2" name="Google Shape;432;p37"/>
            <p:cNvSpPr/>
            <p:nvPr/>
          </p:nvSpPr>
          <p:spPr>
            <a:xfrm>
              <a:off x="11303604" y="1019978"/>
              <a:ext cx="10791" cy="79164"/>
            </a:xfrm>
            <a:custGeom>
              <a:rect b="b" l="l" r="r" t="t"/>
              <a:pathLst>
                <a:path extrusionOk="0" h="79164" w="10791">
                  <a:moveTo>
                    <a:pt x="10792" y="4635"/>
                  </a:moveTo>
                  <a:cubicBezTo>
                    <a:pt x="10335" y="1651"/>
                    <a:pt x="7542" y="-393"/>
                    <a:pt x="4571" y="64"/>
                  </a:cubicBezTo>
                  <a:cubicBezTo>
                    <a:pt x="2209" y="432"/>
                    <a:pt x="368" y="2273"/>
                    <a:pt x="0" y="4635"/>
                  </a:cubicBezTo>
                  <a:lnTo>
                    <a:pt x="0" y="79164"/>
                  </a:lnTo>
                  <a:cubicBezTo>
                    <a:pt x="457" y="76181"/>
                    <a:pt x="3250" y="74136"/>
                    <a:pt x="6221" y="74594"/>
                  </a:cubicBezTo>
                  <a:cubicBezTo>
                    <a:pt x="8583" y="74962"/>
                    <a:pt x="10424" y="76803"/>
                    <a:pt x="10792" y="79164"/>
                  </a:cubicBezTo>
                  <a:lnTo>
                    <a:pt x="10792" y="4762"/>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3" name="Google Shape;433;p37"/>
            <p:cNvSpPr/>
            <p:nvPr/>
          </p:nvSpPr>
          <p:spPr>
            <a:xfrm>
              <a:off x="11303604" y="1094507"/>
              <a:ext cx="10791" cy="112874"/>
            </a:xfrm>
            <a:custGeom>
              <a:rect b="b" l="l" r="r" t="t"/>
              <a:pathLst>
                <a:path extrusionOk="0" h="112874" w="10791">
                  <a:moveTo>
                    <a:pt x="10792" y="4635"/>
                  </a:moveTo>
                  <a:cubicBezTo>
                    <a:pt x="10335" y="1651"/>
                    <a:pt x="7542" y="-393"/>
                    <a:pt x="4571" y="64"/>
                  </a:cubicBezTo>
                  <a:cubicBezTo>
                    <a:pt x="2209" y="432"/>
                    <a:pt x="368" y="2273"/>
                    <a:pt x="0" y="4635"/>
                  </a:cubicBezTo>
                  <a:lnTo>
                    <a:pt x="0" y="108240"/>
                  </a:lnTo>
                  <a:cubicBezTo>
                    <a:pt x="457" y="111223"/>
                    <a:pt x="3250" y="113268"/>
                    <a:pt x="6221" y="112810"/>
                  </a:cubicBezTo>
                  <a:cubicBezTo>
                    <a:pt x="8583" y="112442"/>
                    <a:pt x="10424" y="110602"/>
                    <a:pt x="10792" y="108240"/>
                  </a:cubicBezTo>
                  <a:lnTo>
                    <a:pt x="10792" y="463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4" name="Google Shape;434;p37"/>
            <p:cNvSpPr/>
            <p:nvPr/>
          </p:nvSpPr>
          <p:spPr>
            <a:xfrm>
              <a:off x="10631850" y="1561985"/>
              <a:ext cx="425562" cy="97462"/>
            </a:xfrm>
            <a:custGeom>
              <a:rect b="b" l="l" r="r" t="t"/>
              <a:pathLst>
                <a:path extrusionOk="0" h="97462" w="425562">
                  <a:moveTo>
                    <a:pt x="10758" y="1095"/>
                  </a:moveTo>
                  <a:lnTo>
                    <a:pt x="6567" y="206"/>
                  </a:lnTo>
                  <a:cubicBezTo>
                    <a:pt x="3799" y="-594"/>
                    <a:pt x="917" y="1006"/>
                    <a:pt x="130" y="3774"/>
                  </a:cubicBezTo>
                  <a:cubicBezTo>
                    <a:pt x="117" y="3812"/>
                    <a:pt x="105" y="3850"/>
                    <a:pt x="92" y="3888"/>
                  </a:cubicBezTo>
                  <a:cubicBezTo>
                    <a:pt x="-428" y="6567"/>
                    <a:pt x="1311" y="9170"/>
                    <a:pt x="4003" y="9703"/>
                  </a:cubicBezTo>
                  <a:cubicBezTo>
                    <a:pt x="4053" y="9716"/>
                    <a:pt x="4105" y="9716"/>
                    <a:pt x="4155" y="9729"/>
                  </a:cubicBezTo>
                  <a:lnTo>
                    <a:pt x="423150" y="97463"/>
                  </a:lnTo>
                  <a:cubicBezTo>
                    <a:pt x="420446" y="97018"/>
                    <a:pt x="418617" y="94479"/>
                    <a:pt x="419062" y="91775"/>
                  </a:cubicBezTo>
                  <a:cubicBezTo>
                    <a:pt x="419062" y="91724"/>
                    <a:pt x="419075" y="91673"/>
                    <a:pt x="419087" y="91622"/>
                  </a:cubicBezTo>
                  <a:cubicBezTo>
                    <a:pt x="419887" y="88842"/>
                    <a:pt x="422757" y="87204"/>
                    <a:pt x="425563" y="87940"/>
                  </a:cubicBezTo>
                  <a:lnTo>
                    <a:pt x="418960" y="86543"/>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5" name="Google Shape;435;p37"/>
            <p:cNvSpPr/>
            <p:nvPr/>
          </p:nvSpPr>
          <p:spPr>
            <a:xfrm>
              <a:off x="11050338" y="1649749"/>
              <a:ext cx="153307" cy="39667"/>
            </a:xfrm>
            <a:custGeom>
              <a:rect b="b" l="l" r="r" t="t"/>
              <a:pathLst>
                <a:path extrusionOk="0" h="39667" w="153307">
                  <a:moveTo>
                    <a:pt x="6568" y="176"/>
                  </a:moveTo>
                  <a:lnTo>
                    <a:pt x="6568" y="176"/>
                  </a:lnTo>
                  <a:cubicBezTo>
                    <a:pt x="3761" y="-560"/>
                    <a:pt x="892" y="1078"/>
                    <a:pt x="92" y="3858"/>
                  </a:cubicBezTo>
                  <a:cubicBezTo>
                    <a:pt x="-429" y="6537"/>
                    <a:pt x="1311" y="9140"/>
                    <a:pt x="4002" y="9673"/>
                  </a:cubicBezTo>
                  <a:cubicBezTo>
                    <a:pt x="4054" y="9686"/>
                    <a:pt x="4104" y="9686"/>
                    <a:pt x="4155" y="9699"/>
                  </a:cubicBezTo>
                  <a:lnTo>
                    <a:pt x="4155" y="9699"/>
                  </a:lnTo>
                  <a:lnTo>
                    <a:pt x="146740" y="39663"/>
                  </a:lnTo>
                  <a:lnTo>
                    <a:pt x="147883" y="39663"/>
                  </a:lnTo>
                  <a:cubicBezTo>
                    <a:pt x="150321" y="39764"/>
                    <a:pt x="152518" y="38190"/>
                    <a:pt x="153216" y="35854"/>
                  </a:cubicBezTo>
                  <a:cubicBezTo>
                    <a:pt x="153737" y="33175"/>
                    <a:pt x="151997" y="30572"/>
                    <a:pt x="149305" y="30039"/>
                  </a:cubicBezTo>
                  <a:cubicBezTo>
                    <a:pt x="149254" y="30026"/>
                    <a:pt x="149204" y="30026"/>
                    <a:pt x="149153" y="30014"/>
                  </a:cubicBezTo>
                  <a:lnTo>
                    <a:pt x="149153" y="30014"/>
                  </a:lnTo>
                  <a:lnTo>
                    <a:pt x="146360" y="29379"/>
                  </a:lnTo>
                  <a:lnTo>
                    <a:pt x="10757" y="938"/>
                  </a:ln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6" name="Google Shape;436;p37"/>
            <p:cNvSpPr/>
            <p:nvPr/>
          </p:nvSpPr>
          <p:spPr>
            <a:xfrm>
              <a:off x="6075914" y="943178"/>
              <a:ext cx="979332" cy="109621"/>
            </a:xfrm>
            <a:custGeom>
              <a:rect b="b" l="l" r="r" t="t"/>
              <a:pathLst>
                <a:path extrusionOk="0" h="109621" w="979332">
                  <a:moveTo>
                    <a:pt x="973365" y="103781"/>
                  </a:moveTo>
                  <a:cubicBezTo>
                    <a:pt x="973886" y="100962"/>
                    <a:pt x="976488" y="99019"/>
                    <a:pt x="979332" y="99337"/>
                  </a:cubicBezTo>
                  <a:lnTo>
                    <a:pt x="973238" y="99337"/>
                  </a:lnTo>
                  <a:lnTo>
                    <a:pt x="17929" y="1318"/>
                  </a:lnTo>
                  <a:lnTo>
                    <a:pt x="5994" y="49"/>
                  </a:lnTo>
                  <a:cubicBezTo>
                    <a:pt x="3175" y="-332"/>
                    <a:pt x="547" y="1560"/>
                    <a:pt x="26" y="4366"/>
                  </a:cubicBezTo>
                  <a:cubicBezTo>
                    <a:pt x="-253" y="7083"/>
                    <a:pt x="1715" y="9520"/>
                    <a:pt x="4445" y="9800"/>
                  </a:cubicBezTo>
                  <a:cubicBezTo>
                    <a:pt x="4534" y="9812"/>
                    <a:pt x="4623" y="9825"/>
                    <a:pt x="4724" y="9825"/>
                  </a:cubicBezTo>
                  <a:lnTo>
                    <a:pt x="978063" y="109621"/>
                  </a:lnTo>
                  <a:cubicBezTo>
                    <a:pt x="975333" y="109520"/>
                    <a:pt x="973188" y="107234"/>
                    <a:pt x="973289" y="104505"/>
                  </a:cubicBezTo>
                  <a:cubicBezTo>
                    <a:pt x="973302" y="104263"/>
                    <a:pt x="973327" y="104022"/>
                    <a:pt x="973365" y="103781"/>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437" name="Google Shape;437;p37"/>
            <p:cNvSpPr/>
            <p:nvPr/>
          </p:nvSpPr>
          <p:spPr>
            <a:xfrm>
              <a:off x="7049263" y="1042989"/>
              <a:ext cx="532272" cy="63176"/>
            </a:xfrm>
            <a:custGeom>
              <a:rect b="b" l="l" r="r" t="t"/>
              <a:pathLst>
                <a:path extrusionOk="0" h="63176" w="532272">
                  <a:moveTo>
                    <a:pt x="532266" y="58185"/>
                  </a:moveTo>
                  <a:cubicBezTo>
                    <a:pt x="532407" y="55379"/>
                    <a:pt x="530261" y="52992"/>
                    <a:pt x="527455" y="52852"/>
                  </a:cubicBezTo>
                  <a:cubicBezTo>
                    <a:pt x="527455" y="52852"/>
                    <a:pt x="527442" y="52852"/>
                    <a:pt x="527442" y="52852"/>
                  </a:cubicBezTo>
                  <a:lnTo>
                    <a:pt x="521474" y="52217"/>
                  </a:lnTo>
                  <a:lnTo>
                    <a:pt x="10808" y="34"/>
                  </a:lnTo>
                  <a:lnTo>
                    <a:pt x="5983" y="34"/>
                  </a:lnTo>
                  <a:cubicBezTo>
                    <a:pt x="3139" y="-284"/>
                    <a:pt x="536" y="1659"/>
                    <a:pt x="16" y="4478"/>
                  </a:cubicBezTo>
                  <a:cubicBezTo>
                    <a:pt x="-201" y="7208"/>
                    <a:pt x="1844" y="9582"/>
                    <a:pt x="4561" y="9798"/>
                  </a:cubicBezTo>
                  <a:cubicBezTo>
                    <a:pt x="4612" y="9810"/>
                    <a:pt x="4663" y="9810"/>
                    <a:pt x="4713" y="9810"/>
                  </a:cubicBezTo>
                  <a:lnTo>
                    <a:pt x="526299" y="63137"/>
                  </a:lnTo>
                  <a:lnTo>
                    <a:pt x="526299" y="63137"/>
                  </a:lnTo>
                  <a:cubicBezTo>
                    <a:pt x="529219" y="63492"/>
                    <a:pt x="531886" y="61410"/>
                    <a:pt x="532242" y="58490"/>
                  </a:cubicBezTo>
                  <a:cubicBezTo>
                    <a:pt x="532254" y="58388"/>
                    <a:pt x="532254" y="58286"/>
                    <a:pt x="532266" y="58185"/>
                  </a:cubicBezTo>
                  <a:close/>
                </a:path>
              </a:pathLst>
            </a:custGeom>
            <a:solidFill>
              <a:srgbClr val="0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800"/>
              <a:buFont typeface="Arial"/>
              <a:buNone/>
              <a:defRPr b="1" i="0" sz="3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venir"/>
                <a:ea typeface="Avenir"/>
                <a:cs typeface="Avenir"/>
                <a:sym typeface="Avenir"/>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venir"/>
                <a:ea typeface="Avenir"/>
                <a:cs typeface="Avenir"/>
                <a:sym typeface="Avenir"/>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venir"/>
                <a:ea typeface="Avenir"/>
                <a:cs typeface="Avenir"/>
                <a:sym typeface="Avenir"/>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2" name="Google Shape;12;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000" u="none" cap="none" strike="noStrike">
                <a:solidFill>
                  <a:schemeClr val="dk1"/>
                </a:solidFill>
                <a:latin typeface="Avenir"/>
                <a:ea typeface="Avenir"/>
                <a:cs typeface="Avenir"/>
                <a:sym typeface="Aveni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venir"/>
                <a:ea typeface="Avenir"/>
                <a:cs typeface="Avenir"/>
                <a:sym typeface="Avenir"/>
              </a:defRPr>
            </a:lvl9pPr>
          </a:lstStyle>
          <a:p/>
        </p:txBody>
      </p:sp>
      <p:sp>
        <p:nvSpPr>
          <p:cNvPr id="13" name="Google Shape;13;p24"/>
          <p:cNvSpPr txBox="1"/>
          <p:nvPr>
            <p:ph idx="12" type="sldNum"/>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1pPr>
            <a:lvl2pPr indent="0" lvl="1"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2pPr>
            <a:lvl3pPr indent="0" lvl="2"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3pPr>
            <a:lvl4pPr indent="0" lvl="3"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4pPr>
            <a:lvl5pPr indent="0" lvl="4"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5pPr>
            <a:lvl6pPr indent="0" lvl="5"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6pPr>
            <a:lvl7pPr indent="0" lvl="6"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7pPr>
            <a:lvl8pPr indent="0" lvl="7"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8pPr>
            <a:lvl9pPr indent="0" lvl="8" marL="0" marR="0" rtl="0" algn="l">
              <a:lnSpc>
                <a:spcPct val="100000"/>
              </a:lnSpc>
              <a:spcBef>
                <a:spcPts val="0"/>
              </a:spcBef>
              <a:spcAft>
                <a:spcPts val="0"/>
              </a:spcAft>
              <a:buClr>
                <a:srgbClr val="000000"/>
              </a:buClr>
              <a:buSzPts val="1000"/>
              <a:buFont typeface="Arial"/>
              <a:buNone/>
              <a:defRPr b="1" i="0" sz="1000" u="none" cap="none" strike="noStrike">
                <a:solidFill>
                  <a:schemeClr val="dk1"/>
                </a:solidFill>
                <a:latin typeface="Avenir"/>
                <a:ea typeface="Avenir"/>
                <a:cs typeface="Avenir"/>
                <a:sym typeface="Avenir"/>
              </a:defRPr>
            </a:lvl9pPr>
          </a:lstStyle>
          <a:p>
            <a:pPr indent="0" lvl="0" marL="0" rtl="0" algn="l">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3840">
          <p15:clr>
            <a:srgbClr val="F26B43"/>
          </p15:clr>
        </p15:guide>
        <p15:guide id="2" pos="1920">
          <p15:clr>
            <a:srgbClr val="F26B43"/>
          </p15:clr>
        </p15:guide>
        <p15:guide id="3" pos="5760">
          <p15:clr>
            <a:srgbClr val="F26B43"/>
          </p15:clr>
        </p15:guide>
        <p15:guide id="4" pos="7104">
          <p15:clr>
            <a:srgbClr val="C35EA4"/>
          </p15:clr>
        </p15:guide>
        <p15:guide id="5" pos="576">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20.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1"/>
          <p:cNvSpPr txBox="1"/>
          <p:nvPr>
            <p:ph type="ctrTitle"/>
          </p:nvPr>
        </p:nvSpPr>
        <p:spPr>
          <a:xfrm>
            <a:off x="4970100" y="886150"/>
            <a:ext cx="6764700" cy="4026300"/>
          </a:xfrm>
          <a:prstGeom prst="rect">
            <a:avLst/>
          </a:prstGeom>
          <a:noFill/>
          <a:ln>
            <a:noFill/>
          </a:ln>
        </p:spPr>
        <p:txBody>
          <a:bodyPr anchorCtr="0" anchor="ctr" bIns="45700" lIns="91425" spcFirstLastPara="1" rIns="91425" wrap="square" tIns="45700">
            <a:normAutofit/>
          </a:bodyPr>
          <a:lstStyle/>
          <a:p>
            <a:pPr indent="457200" lvl="0" marL="457200" rtl="0" algn="ctr">
              <a:lnSpc>
                <a:spcPct val="150000"/>
              </a:lnSpc>
              <a:spcBef>
                <a:spcPts val="0"/>
              </a:spcBef>
              <a:spcAft>
                <a:spcPts val="0"/>
              </a:spcAft>
              <a:buClr>
                <a:schemeClr val="dk1"/>
              </a:buClr>
              <a:buSzPts val="1100"/>
              <a:buFont typeface="Arial"/>
              <a:buNone/>
            </a:pPr>
            <a:r>
              <a:rPr lang="es-ES" sz="2467"/>
              <a:t>CREACIÓN DE UN VIDEOJUEGO EN GODOT </a:t>
            </a:r>
            <a:endParaRPr sz="2467"/>
          </a:p>
          <a:p>
            <a:pPr indent="457200" lvl="0" marL="457200" rtl="0" algn="ctr">
              <a:lnSpc>
                <a:spcPct val="150000"/>
              </a:lnSpc>
              <a:spcBef>
                <a:spcPts val="0"/>
              </a:spcBef>
              <a:spcAft>
                <a:spcPts val="0"/>
              </a:spcAft>
              <a:buClr>
                <a:schemeClr val="dk1"/>
              </a:buClr>
              <a:buSzPts val="1100"/>
              <a:buFont typeface="Arial"/>
              <a:buNone/>
            </a:pPr>
            <a:r>
              <a:rPr lang="es-ES" sz="2467"/>
              <a:t>ENGINE PARA CONCIENTIZAR SOBRE EL CUIDADO</a:t>
            </a:r>
            <a:endParaRPr sz="2467"/>
          </a:p>
          <a:p>
            <a:pPr indent="0" lvl="0" marL="0" rtl="0" algn="ctr">
              <a:lnSpc>
                <a:spcPct val="90000"/>
              </a:lnSpc>
              <a:spcBef>
                <a:spcPts val="0"/>
              </a:spcBef>
              <a:spcAft>
                <a:spcPts val="0"/>
              </a:spcAft>
              <a:buClr>
                <a:schemeClr val="dk1"/>
              </a:buClr>
              <a:buSzPts val="4000"/>
              <a:buFont typeface="Arial"/>
              <a:buNone/>
            </a:pPr>
            <a:r>
              <a:rPr lang="es-ES" sz="2467"/>
              <a:t>DEL MEDIO AMBIENTE ENFOCADO A MAYORES DE 10 AÑOS</a:t>
            </a:r>
            <a:br>
              <a:rPr b="1" i="0" lang="es-ES" sz="4200" u="none" cap="none" strike="noStrike">
                <a:solidFill>
                  <a:schemeClr val="dk1"/>
                </a:solidFill>
                <a:latin typeface="Arial"/>
                <a:ea typeface="Arial"/>
                <a:cs typeface="Arial"/>
                <a:sym typeface="Arial"/>
              </a:rPr>
            </a:br>
            <a:endParaRPr b="1" i="0" sz="42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
          <p:cNvSpPr txBox="1"/>
          <p:nvPr>
            <p:ph type="title"/>
          </p:nvPr>
        </p:nvSpPr>
        <p:spPr>
          <a:xfrm>
            <a:off x="893064" y="72518"/>
            <a:ext cx="8297380" cy="132651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Arial"/>
              <a:buNone/>
            </a:pPr>
            <a:r>
              <a:rPr b="1" i="0" lang="es-ES" sz="4400" u="none" cap="none" strike="noStrike">
                <a:solidFill>
                  <a:schemeClr val="dk1"/>
                </a:solidFill>
                <a:latin typeface="Arial"/>
                <a:ea typeface="Arial"/>
                <a:cs typeface="Arial"/>
                <a:sym typeface="Arial"/>
              </a:rPr>
              <a:t>INTEGRANTES </a:t>
            </a:r>
            <a:endParaRPr/>
          </a:p>
        </p:txBody>
      </p:sp>
      <p:sp>
        <p:nvSpPr>
          <p:cNvPr id="450" name="Google Shape;450;p2"/>
          <p:cNvSpPr txBox="1"/>
          <p:nvPr>
            <p:ph idx="1" type="body"/>
          </p:nvPr>
        </p:nvSpPr>
        <p:spPr>
          <a:xfrm>
            <a:off x="865631" y="2072640"/>
            <a:ext cx="8324089" cy="3493008"/>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66666"/>
              </a:lnSpc>
              <a:spcBef>
                <a:spcPts val="0"/>
              </a:spcBef>
              <a:spcAft>
                <a:spcPts val="0"/>
              </a:spcAft>
              <a:buClr>
                <a:schemeClr val="dk1"/>
              </a:buClr>
              <a:buSzPts val="3600"/>
              <a:buFont typeface="Arial"/>
              <a:buChar char="•"/>
            </a:pPr>
            <a:r>
              <a:rPr b="0" i="0" lang="es-ES" sz="3600" u="none" cap="none" strike="noStrike">
                <a:solidFill>
                  <a:schemeClr val="dk1"/>
                </a:solidFill>
                <a:latin typeface="Avenir"/>
                <a:ea typeface="Avenir"/>
                <a:cs typeface="Avenir"/>
                <a:sym typeface="Avenir"/>
              </a:rPr>
              <a:t>JUAN FELIPE CASAS AGUILAR</a:t>
            </a:r>
            <a:endParaRPr/>
          </a:p>
          <a:p>
            <a:pPr indent="0" lvl="0" marL="0" marR="0" rtl="0" algn="l">
              <a:lnSpc>
                <a:spcPct val="66666"/>
              </a:lnSpc>
              <a:spcBef>
                <a:spcPts val="1200"/>
              </a:spcBef>
              <a:spcAft>
                <a:spcPts val="0"/>
              </a:spcAft>
              <a:buClr>
                <a:schemeClr val="dk1"/>
              </a:buClr>
              <a:buSzPts val="3600"/>
              <a:buFont typeface="Arial"/>
              <a:buNone/>
            </a:pPr>
            <a:r>
              <a:t/>
            </a:r>
            <a:endParaRPr b="0" i="0" sz="3600" u="none" cap="none" strike="noStrike">
              <a:solidFill>
                <a:schemeClr val="dk1"/>
              </a:solidFill>
              <a:latin typeface="Avenir"/>
              <a:ea typeface="Avenir"/>
              <a:cs typeface="Avenir"/>
              <a:sym typeface="Avenir"/>
            </a:endParaRPr>
          </a:p>
          <a:p>
            <a:pPr indent="-228600" lvl="0" marL="228600" marR="0" rtl="0" algn="l">
              <a:lnSpc>
                <a:spcPct val="66666"/>
              </a:lnSpc>
              <a:spcBef>
                <a:spcPts val="1200"/>
              </a:spcBef>
              <a:spcAft>
                <a:spcPts val="0"/>
              </a:spcAft>
              <a:buClr>
                <a:schemeClr val="dk1"/>
              </a:buClr>
              <a:buSzPts val="3600"/>
              <a:buFont typeface="Arial"/>
              <a:buChar char="•"/>
            </a:pPr>
            <a:r>
              <a:rPr b="0" i="0" lang="es-ES" sz="3600" u="none" cap="none" strike="noStrike">
                <a:solidFill>
                  <a:schemeClr val="dk1"/>
                </a:solidFill>
                <a:latin typeface="Avenir"/>
                <a:ea typeface="Avenir"/>
                <a:cs typeface="Avenir"/>
                <a:sym typeface="Avenir"/>
              </a:rPr>
              <a:t>MIGUEL ANGEL MURCIA GALINDO</a:t>
            </a:r>
            <a:endParaRPr/>
          </a:p>
          <a:p>
            <a:pPr indent="0" lvl="0" marL="228600" marR="0" rtl="0" algn="l">
              <a:lnSpc>
                <a:spcPct val="66666"/>
              </a:lnSpc>
              <a:spcBef>
                <a:spcPts val="1200"/>
              </a:spcBef>
              <a:spcAft>
                <a:spcPts val="0"/>
              </a:spcAft>
              <a:buClr>
                <a:schemeClr val="dk1"/>
              </a:buClr>
              <a:buSzPts val="3600"/>
              <a:buFont typeface="Arial"/>
              <a:buNone/>
            </a:pPr>
            <a:r>
              <a:t/>
            </a:r>
            <a:endParaRPr b="0" i="0" sz="3600" u="none" cap="none" strike="noStrike">
              <a:solidFill>
                <a:schemeClr val="dk1"/>
              </a:solidFill>
              <a:latin typeface="Avenir"/>
              <a:ea typeface="Avenir"/>
              <a:cs typeface="Avenir"/>
              <a:sym typeface="Avenir"/>
            </a:endParaRPr>
          </a:p>
          <a:p>
            <a:pPr indent="-228600" lvl="0" marL="228600" marR="0" rtl="0" algn="l">
              <a:lnSpc>
                <a:spcPct val="66666"/>
              </a:lnSpc>
              <a:spcBef>
                <a:spcPts val="1200"/>
              </a:spcBef>
              <a:spcAft>
                <a:spcPts val="0"/>
              </a:spcAft>
              <a:buClr>
                <a:schemeClr val="dk1"/>
              </a:buClr>
              <a:buSzPts val="3600"/>
              <a:buFont typeface="Arial"/>
              <a:buChar char="•"/>
            </a:pPr>
            <a:r>
              <a:rPr b="0" i="0" lang="es-ES" sz="3600" u="none" cap="none" strike="noStrike">
                <a:solidFill>
                  <a:schemeClr val="dk1"/>
                </a:solidFill>
                <a:latin typeface="Avenir"/>
                <a:ea typeface="Avenir"/>
                <a:cs typeface="Avenir"/>
                <a:sym typeface="Avenir"/>
              </a:rPr>
              <a:t>EMMANUEL EFREN ROSERO</a:t>
            </a:r>
            <a:endParaRPr/>
          </a:p>
          <a:p>
            <a:pPr indent="0" lvl="0" marL="0" marR="0" rtl="0" algn="l">
              <a:lnSpc>
                <a:spcPct val="66666"/>
              </a:lnSpc>
              <a:spcBef>
                <a:spcPts val="1200"/>
              </a:spcBef>
              <a:spcAft>
                <a:spcPts val="0"/>
              </a:spcAft>
              <a:buClr>
                <a:schemeClr val="dk1"/>
              </a:buClr>
              <a:buSzPts val="3600"/>
              <a:buFont typeface="Arial"/>
              <a:buNone/>
            </a:pPr>
            <a:r>
              <a:rPr b="0" i="0" lang="es-ES" sz="3600" u="none" cap="none" strike="noStrike">
                <a:solidFill>
                  <a:schemeClr val="dk1"/>
                </a:solidFill>
                <a:latin typeface="Avenir"/>
                <a:ea typeface="Avenir"/>
                <a:cs typeface="Avenir"/>
                <a:sym typeface="Avenir"/>
              </a:rPr>
              <a:t>  SANCHEZ</a:t>
            </a:r>
            <a:endParaRPr/>
          </a:p>
        </p:txBody>
      </p:sp>
      <p:sp>
        <p:nvSpPr>
          <p:cNvPr id="451" name="Google Shape;451;p2"/>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SzPts val="1400"/>
              <a:buNone/>
            </a:pPr>
            <a:fld id="{00000000-1234-1234-1234-123412341234}" type="slidenum">
              <a:rPr b="1" i="0" lang="es-ES" sz="1400" u="none" cap="none" strike="noStrike">
                <a:solidFill>
                  <a:schemeClr val="dk1"/>
                </a:solidFill>
                <a:latin typeface="Arial"/>
                <a:ea typeface="Arial"/>
                <a:cs typeface="Arial"/>
                <a:sym typeface="Arial"/>
              </a:rPr>
              <a:t>‹#›</a:t>
            </a:fld>
            <a:endParaRPr b="1" i="0" sz="14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
          <p:cNvSpPr txBox="1"/>
          <p:nvPr>
            <p:ph type="title"/>
          </p:nvPr>
        </p:nvSpPr>
        <p:spPr>
          <a:xfrm>
            <a:off x="902208" y="855339"/>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600"/>
              <a:buFont typeface="Arial"/>
              <a:buNone/>
            </a:pPr>
            <a:r>
              <a:rPr b="1" i="0" lang="es-ES" sz="6600" u="none" cap="none" strike="noStrike">
                <a:solidFill>
                  <a:schemeClr val="dk1"/>
                </a:solidFill>
                <a:latin typeface="Arial"/>
                <a:ea typeface="Arial"/>
                <a:cs typeface="Arial"/>
                <a:sym typeface="Arial"/>
              </a:rPr>
              <a:t>PROBLEMA</a:t>
            </a:r>
            <a:br>
              <a:rPr b="1" i="0" lang="es-ES" sz="4000" u="none" cap="none" strike="noStrike">
                <a:solidFill>
                  <a:schemeClr val="dk1"/>
                </a:solidFill>
                <a:latin typeface="Arial"/>
                <a:ea typeface="Arial"/>
                <a:cs typeface="Arial"/>
                <a:sym typeface="Arial"/>
              </a:rPr>
            </a:br>
            <a:endParaRPr b="1" i="0" sz="4000" u="none" cap="none" strike="noStrike">
              <a:solidFill>
                <a:schemeClr val="dk1"/>
              </a:solidFill>
              <a:latin typeface="Arial"/>
              <a:ea typeface="Arial"/>
              <a:cs typeface="Arial"/>
              <a:sym typeface="Arial"/>
            </a:endParaRPr>
          </a:p>
        </p:txBody>
      </p:sp>
      <p:pic>
        <p:nvPicPr>
          <p:cNvPr id="458" name="Google Shape;458;p3"/>
          <p:cNvPicPr preferRelativeResize="0"/>
          <p:nvPr>
            <p:ph idx="2" type="pic"/>
          </p:nvPr>
        </p:nvPicPr>
        <p:blipFill rotWithShape="1">
          <a:blip r:embed="rId3">
            <a:alphaModFix/>
          </a:blip>
          <a:srcRect b="1963" l="0" r="0" t="1963"/>
          <a:stretch/>
        </p:blipFill>
        <p:spPr>
          <a:xfrm>
            <a:off x="7610475" y="-9144"/>
            <a:ext cx="4581525" cy="686714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p4"/>
          <p:cNvPicPr preferRelativeResize="0"/>
          <p:nvPr>
            <p:ph idx="1" type="body"/>
          </p:nvPr>
        </p:nvPicPr>
        <p:blipFill rotWithShape="1">
          <a:blip r:embed="rId3">
            <a:alphaModFix/>
          </a:blip>
          <a:srcRect b="0" l="0" r="0" t="0"/>
          <a:stretch/>
        </p:blipFill>
        <p:spPr>
          <a:xfrm>
            <a:off x="0" y="0"/>
            <a:ext cx="4038601" cy="6858000"/>
          </a:xfrm>
          <a:prstGeom prst="rect">
            <a:avLst/>
          </a:prstGeom>
          <a:noFill/>
          <a:ln>
            <a:noFill/>
          </a:ln>
        </p:spPr>
      </p:pic>
      <p:sp>
        <p:nvSpPr>
          <p:cNvPr id="464" name="Google Shape;464;p4"/>
          <p:cNvSpPr txBox="1"/>
          <p:nvPr>
            <p:ph idx="2" type="body"/>
          </p:nvPr>
        </p:nvSpPr>
        <p:spPr>
          <a:xfrm>
            <a:off x="5084760" y="1280313"/>
            <a:ext cx="6192900" cy="3687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s-ES" sz="2800"/>
              <a:t>El problema que decidimos solucionar es el </a:t>
            </a:r>
            <a:r>
              <a:rPr lang="es-ES" sz="2800"/>
              <a:t>cambio   climático</a:t>
            </a:r>
            <a:r>
              <a:rPr lang="es-ES" sz="2800"/>
              <a:t>, debido a la contaminación de ríos  calles bosques entre otros aspectos causados por la actividad humana.</a:t>
            </a:r>
            <a:endParaRPr/>
          </a:p>
          <a:p>
            <a:pPr indent="0" lvl="0" marL="0" rtl="0" algn="l">
              <a:lnSpc>
                <a:spcPct val="100000"/>
              </a:lnSpc>
              <a:spcBef>
                <a:spcPts val="1200"/>
              </a:spcBef>
              <a:spcAft>
                <a:spcPts val="0"/>
              </a:spcAft>
              <a:buClr>
                <a:schemeClr val="dk1"/>
              </a:buClr>
              <a:buSzPct val="100000"/>
              <a:buNone/>
            </a:pPr>
            <a:r>
              <a:rPr lang="es-ES" sz="2800"/>
              <a:t>¿Cómo se puede reducir la contaminación ambiental en ríos, calles y bosques causada por la actividad humana para mitigar los efectos del cambio climático?</a:t>
            </a:r>
            <a:endParaRPr/>
          </a:p>
          <a:p>
            <a:pPr indent="0" lvl="0" marL="0" rtl="0" algn="l">
              <a:lnSpc>
                <a:spcPct val="100000"/>
              </a:lnSpc>
              <a:spcBef>
                <a:spcPts val="1200"/>
              </a:spcBef>
              <a:spcAft>
                <a:spcPts val="0"/>
              </a:spcAft>
              <a:buClr>
                <a:schemeClr val="dk1"/>
              </a:buClr>
              <a:buSzPct val="100000"/>
              <a:buNone/>
            </a:pPr>
            <a:r>
              <a:t/>
            </a:r>
            <a:endParaRPr/>
          </a:p>
          <a:p>
            <a:pPr indent="0" lvl="0" marL="0" rtl="0" algn="l">
              <a:lnSpc>
                <a:spcPct val="100000"/>
              </a:lnSpc>
              <a:spcBef>
                <a:spcPts val="1200"/>
              </a:spcBef>
              <a:spcAft>
                <a:spcPts val="0"/>
              </a:spcAft>
              <a:buClr>
                <a:schemeClr val="dk1"/>
              </a:buClr>
              <a:buSzPct val="1000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
          <p:cNvSpPr txBox="1"/>
          <p:nvPr>
            <p:ph type="title"/>
          </p:nvPr>
        </p:nvSpPr>
        <p:spPr>
          <a:xfrm>
            <a:off x="5151619" y="1618488"/>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s-ES"/>
              <a:t>¿POR QUÉ? Y ¿PARA QUÉ ? SE HACE ESTE PROYECTO</a:t>
            </a:r>
            <a:endParaRPr/>
          </a:p>
        </p:txBody>
      </p:sp>
      <p:pic>
        <p:nvPicPr>
          <p:cNvPr id="470" name="Google Shape;470;p5"/>
          <p:cNvPicPr preferRelativeResize="0"/>
          <p:nvPr>
            <p:ph idx="2" type="pic"/>
          </p:nvPr>
        </p:nvPicPr>
        <p:blipFill rotWithShape="1">
          <a:blip r:embed="rId3">
            <a:alphaModFix/>
          </a:blip>
          <a:srcRect b="0" l="15304" r="15304" t="0"/>
          <a:stretch/>
        </p:blipFill>
        <p:spPr>
          <a:xfrm>
            <a:off x="0" y="0"/>
            <a:ext cx="4581525" cy="6858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6"/>
          <p:cNvSpPr txBox="1"/>
          <p:nvPr>
            <p:ph idx="1" type="body"/>
          </p:nvPr>
        </p:nvSpPr>
        <p:spPr>
          <a:xfrm>
            <a:off x="4906213" y="892503"/>
            <a:ext cx="6564000" cy="5073000"/>
          </a:xfrm>
          <a:prstGeom prst="rect">
            <a:avLst/>
          </a:prstGeom>
          <a:noFill/>
          <a:ln>
            <a:noFill/>
          </a:ln>
        </p:spPr>
        <p:txBody>
          <a:bodyPr anchorCtr="0" anchor="t" bIns="45700" lIns="91425" spcFirstLastPara="1" rIns="91425" wrap="square" tIns="45700">
            <a:normAutofit/>
          </a:bodyPr>
          <a:lstStyle/>
          <a:p>
            <a:pPr indent="-224155" lvl="0" marL="228600" rtl="0" algn="l">
              <a:lnSpc>
                <a:spcPct val="100000"/>
              </a:lnSpc>
              <a:spcBef>
                <a:spcPts val="0"/>
              </a:spcBef>
              <a:spcAft>
                <a:spcPts val="0"/>
              </a:spcAft>
              <a:buClr>
                <a:schemeClr val="dk1"/>
              </a:buClr>
              <a:buSzPts val="2450"/>
              <a:buFont typeface="Arial"/>
              <a:buChar char="•"/>
            </a:pPr>
            <a:r>
              <a:rPr lang="es-ES" sz="2450"/>
              <a:t>El deterioro ambiental es un desafío urgente, pero muchos jóvenes  aún desconocen cómo sus acciones afectan al planeta. Este proyecto propone desarrollar un videojuego educativo en Godot Engine para enseñarles sobre el cuidado del medioambiente de manera atractiva y significativa.</a:t>
            </a:r>
            <a:endParaRPr sz="2450"/>
          </a:p>
          <a:p>
            <a:pPr indent="-139700" lvl="0" marL="228600" rtl="0" algn="l">
              <a:lnSpc>
                <a:spcPct val="100000"/>
              </a:lnSpc>
              <a:spcBef>
                <a:spcPts val="600"/>
              </a:spcBef>
              <a:spcAft>
                <a:spcPts val="0"/>
              </a:spcAft>
              <a:buClr>
                <a:schemeClr val="dk1"/>
              </a:buClr>
              <a:buSzPts val="2000"/>
              <a:buFont typeface="Arial"/>
              <a:buNone/>
            </a:pPr>
            <a:r>
              <a:t/>
            </a:r>
            <a:endParaRPr/>
          </a:p>
        </p:txBody>
      </p:sp>
      <p:sp>
        <p:nvSpPr>
          <p:cNvPr id="476" name="Google Shape;476;p6"/>
          <p:cNvSpPr txBox="1"/>
          <p:nvPr>
            <p:ph idx="12" type="sldNum"/>
          </p:nvPr>
        </p:nvSpPr>
        <p:spPr>
          <a:xfrm>
            <a:off x="911352" y="6246622"/>
            <a:ext cx="2670048"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fld id="{00000000-1234-1234-1234-123412341234}" type="slidenum">
              <a:rPr lang="es-ES"/>
              <a:t>‹#›</a:t>
            </a:fld>
            <a:endParaRPr/>
          </a:p>
        </p:txBody>
      </p:sp>
      <p:pic>
        <p:nvPicPr>
          <p:cNvPr id="477" name="Google Shape;477;p6"/>
          <p:cNvPicPr preferRelativeResize="0"/>
          <p:nvPr>
            <p:ph idx="2" type="body"/>
          </p:nvPr>
        </p:nvPicPr>
        <p:blipFill rotWithShape="1">
          <a:blip r:embed="rId3">
            <a:alphaModFix/>
          </a:blip>
          <a:srcRect b="0" l="0" r="0" t="0"/>
          <a:stretch/>
        </p:blipFill>
        <p:spPr>
          <a:xfrm>
            <a:off x="-134850" y="0"/>
            <a:ext cx="3716400" cy="6858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7"/>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Arial"/>
              <a:buNone/>
            </a:pPr>
            <a:r>
              <a:rPr lang="es-ES" sz="6000"/>
              <a:t>OBJETIVOS</a:t>
            </a:r>
            <a:endParaRPr/>
          </a:p>
        </p:txBody>
      </p:sp>
      <p:pic>
        <p:nvPicPr>
          <p:cNvPr id="483" name="Google Shape;483;p7"/>
          <p:cNvPicPr preferRelativeResize="0"/>
          <p:nvPr>
            <p:ph idx="2" type="pic"/>
          </p:nvPr>
        </p:nvPicPr>
        <p:blipFill rotWithShape="1">
          <a:blip r:embed="rId3">
            <a:alphaModFix/>
          </a:blip>
          <a:srcRect b="959" l="0" r="0" t="959"/>
          <a:stretch/>
        </p:blipFill>
        <p:spPr>
          <a:xfrm>
            <a:off x="7625969" y="-9144"/>
            <a:ext cx="4581525" cy="686714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pic>
        <p:nvPicPr>
          <p:cNvPr id="488" name="Google Shape;488;p8"/>
          <p:cNvPicPr preferRelativeResize="0"/>
          <p:nvPr>
            <p:ph idx="1" type="body"/>
          </p:nvPr>
        </p:nvPicPr>
        <p:blipFill rotWithShape="1">
          <a:blip r:embed="rId3">
            <a:alphaModFix/>
          </a:blip>
          <a:srcRect b="0" l="0" r="0" t="0"/>
          <a:stretch/>
        </p:blipFill>
        <p:spPr>
          <a:xfrm>
            <a:off x="0" y="0"/>
            <a:ext cx="4037299" cy="6857999"/>
          </a:xfrm>
          <a:prstGeom prst="rect">
            <a:avLst/>
          </a:prstGeom>
          <a:noFill/>
          <a:ln>
            <a:noFill/>
          </a:ln>
        </p:spPr>
      </p:pic>
      <p:sp>
        <p:nvSpPr>
          <p:cNvPr id="489" name="Google Shape;489;p8"/>
          <p:cNvSpPr txBox="1"/>
          <p:nvPr>
            <p:ph idx="2" type="body"/>
          </p:nvPr>
        </p:nvSpPr>
        <p:spPr>
          <a:xfrm>
            <a:off x="4556760" y="1843315"/>
            <a:ext cx="6192838" cy="3917724"/>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lnSpc>
                <a:spcPct val="100000"/>
              </a:lnSpc>
              <a:spcBef>
                <a:spcPts val="0"/>
              </a:spcBef>
              <a:spcAft>
                <a:spcPts val="0"/>
              </a:spcAft>
              <a:buClr>
                <a:srgbClr val="00B050"/>
              </a:buClr>
              <a:buSzPct val="100000"/>
              <a:buNone/>
            </a:pPr>
            <a:r>
              <a:rPr b="1" lang="es-ES" sz="2800"/>
              <a:t>Objetivo General</a:t>
            </a:r>
            <a:endParaRPr/>
          </a:p>
          <a:p>
            <a:pPr indent="0" lvl="0" marL="0" rtl="0" algn="l">
              <a:lnSpc>
                <a:spcPct val="100000"/>
              </a:lnSpc>
              <a:spcBef>
                <a:spcPts val="1200"/>
              </a:spcBef>
              <a:spcAft>
                <a:spcPts val="0"/>
              </a:spcAft>
              <a:buClr>
                <a:schemeClr val="dk1"/>
              </a:buClr>
              <a:buSzPct val="100000"/>
              <a:buNone/>
            </a:pPr>
            <a:r>
              <a:rPr lang="es-ES" sz="2800"/>
              <a:t>Desarrollar un videojuego educativo en el motor Godot Engine dirigido a jóvenes mayores de 10 años, con el fin de fomentar la conciencia ambiental mediante una experiencia lúdica e interactiva que aborde problemáticas como la contaminación, el reciclaje y la deforestación.</a:t>
            </a:r>
            <a:endParaRPr/>
          </a:p>
          <a:p>
            <a:pPr indent="0" lvl="0" marL="0" rtl="0" algn="l">
              <a:lnSpc>
                <a:spcPct val="100000"/>
              </a:lnSpc>
              <a:spcBef>
                <a:spcPts val="1200"/>
              </a:spcBef>
              <a:spcAft>
                <a:spcPts val="0"/>
              </a:spcAft>
              <a:buClr>
                <a:schemeClr val="dk1"/>
              </a:buClr>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pic>
        <p:nvPicPr>
          <p:cNvPr id="494" name="Google Shape;494;p9"/>
          <p:cNvPicPr preferRelativeResize="0"/>
          <p:nvPr>
            <p:ph idx="1" type="body"/>
          </p:nvPr>
        </p:nvPicPr>
        <p:blipFill rotWithShape="1">
          <a:blip r:embed="rId3">
            <a:alphaModFix/>
          </a:blip>
          <a:srcRect b="0" l="0" r="0" t="0"/>
          <a:stretch/>
        </p:blipFill>
        <p:spPr>
          <a:xfrm>
            <a:off x="0" y="827314"/>
            <a:ext cx="4038600" cy="4891314"/>
          </a:xfrm>
          <a:prstGeom prst="rect">
            <a:avLst/>
          </a:prstGeom>
          <a:noFill/>
          <a:ln>
            <a:noFill/>
          </a:ln>
        </p:spPr>
      </p:pic>
      <p:sp>
        <p:nvSpPr>
          <p:cNvPr id="495" name="Google Shape;495;p9"/>
          <p:cNvSpPr txBox="1"/>
          <p:nvPr>
            <p:ph idx="2" type="body"/>
          </p:nvPr>
        </p:nvSpPr>
        <p:spPr>
          <a:xfrm>
            <a:off x="4571274" y="1342326"/>
            <a:ext cx="6723900" cy="41733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100000"/>
              </a:lnSpc>
              <a:spcBef>
                <a:spcPts val="0"/>
              </a:spcBef>
              <a:spcAft>
                <a:spcPts val="0"/>
              </a:spcAft>
              <a:buClr>
                <a:srgbClr val="00B050"/>
              </a:buClr>
              <a:buSzPct val="100000"/>
              <a:buNone/>
            </a:pPr>
            <a:r>
              <a:rPr b="1" lang="es-ES">
                <a:solidFill>
                  <a:srgbClr val="00B050"/>
                </a:solidFill>
              </a:rPr>
              <a:t>O</a:t>
            </a:r>
            <a:r>
              <a:rPr b="1" lang="es-ES">
                <a:solidFill>
                  <a:srgbClr val="00B050"/>
                </a:solidFill>
              </a:rPr>
              <a:t>bjetivos específicos</a:t>
            </a:r>
            <a:endParaRPr/>
          </a:p>
          <a:p>
            <a:pPr indent="0" lvl="0" marL="0" rtl="0" algn="l">
              <a:lnSpc>
                <a:spcPct val="100000"/>
              </a:lnSpc>
              <a:spcBef>
                <a:spcPts val="1200"/>
              </a:spcBef>
              <a:spcAft>
                <a:spcPts val="0"/>
              </a:spcAft>
              <a:buClr>
                <a:schemeClr val="dk1"/>
              </a:buClr>
              <a:buSzPct val="100000"/>
              <a:buNone/>
            </a:pPr>
            <a:r>
              <a:rPr lang="es-ES"/>
              <a:t>1.Diseñar una narrativa educativa e interactiva que permita a los jugadores comprender el impacto de sus acciones sobre el medio ambiente.</a:t>
            </a:r>
            <a:endParaRPr/>
          </a:p>
          <a:p>
            <a:pPr indent="0" lvl="0" marL="0" rtl="0" algn="l">
              <a:lnSpc>
                <a:spcPct val="100000"/>
              </a:lnSpc>
              <a:spcBef>
                <a:spcPts val="1200"/>
              </a:spcBef>
              <a:spcAft>
                <a:spcPts val="0"/>
              </a:spcAft>
              <a:buClr>
                <a:schemeClr val="dk1"/>
              </a:buClr>
              <a:buSzPct val="100000"/>
              <a:buNone/>
            </a:pPr>
            <a:r>
              <a:rPr lang="es-ES"/>
              <a:t>2.Implementar mecánicas de juego que promuevan actividades sostenibles como la siembra de árboles, el reciclaje y el cuidado de los recursos naturales.</a:t>
            </a:r>
            <a:endParaRPr/>
          </a:p>
          <a:p>
            <a:pPr indent="0" lvl="0" marL="0" rtl="0" algn="l">
              <a:lnSpc>
                <a:spcPct val="100000"/>
              </a:lnSpc>
              <a:spcBef>
                <a:spcPts val="1200"/>
              </a:spcBef>
              <a:spcAft>
                <a:spcPts val="0"/>
              </a:spcAft>
              <a:buClr>
                <a:schemeClr val="dk1"/>
              </a:buClr>
              <a:buSzPct val="100000"/>
              <a:buNone/>
            </a:pPr>
            <a:r>
              <a:rPr lang="es-ES"/>
              <a:t>3.Evaluar la recepción y comprensión del contenido ambiental por parte de los usuarios a través de pruebas piloto en estudiantes mayores de 10 años.</a:t>
            </a:r>
            <a:endParaRPr/>
          </a:p>
          <a:p>
            <a:pPr indent="0" lvl="0" marL="0" rtl="0" algn="l">
              <a:lnSpc>
                <a:spcPct val="100000"/>
              </a:lnSpc>
              <a:spcBef>
                <a:spcPts val="1200"/>
              </a:spcBef>
              <a:spcAft>
                <a:spcPts val="0"/>
              </a:spcAft>
              <a:buClr>
                <a:schemeClr val="dk1"/>
              </a:buClr>
              <a:buSzPct val="100000"/>
              <a:buNone/>
            </a:pPr>
            <a:r>
              <a:rPr lang="es-ES"/>
              <a:t>4.Utilizar herramientas tecnológicas como Godot Engine y Git para desarrollar, controlar versiones y facilitar el trabajo colaborativo en el proceso de programación del videojuego.</a:t>
            </a:r>
            <a:endParaRPr/>
          </a:p>
          <a:p>
            <a:pPr indent="0" lvl="0" marL="0" rtl="0" algn="l">
              <a:lnSpc>
                <a:spcPct val="100000"/>
              </a:lnSpc>
              <a:spcBef>
                <a:spcPts val="1200"/>
              </a:spcBef>
              <a:spcAft>
                <a:spcPts val="0"/>
              </a:spcAft>
              <a:buClr>
                <a:schemeClr val="dk1"/>
              </a:buClr>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10"/>
          <p:cNvSpPr txBox="1"/>
          <p:nvPr>
            <p:ph type="title"/>
          </p:nvPr>
        </p:nvSpPr>
        <p:spPr>
          <a:xfrm>
            <a:off x="6096000" y="176784"/>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s-ES"/>
              <a:t>CRONOGRAMA</a:t>
            </a:r>
            <a:endParaRPr/>
          </a:p>
        </p:txBody>
      </p:sp>
      <p:pic>
        <p:nvPicPr>
          <p:cNvPr id="501" name="Google Shape;501;p10"/>
          <p:cNvPicPr preferRelativeResize="0"/>
          <p:nvPr>
            <p:ph idx="2" type="pic"/>
          </p:nvPr>
        </p:nvPicPr>
        <p:blipFill rotWithShape="1">
          <a:blip r:embed="rId3">
            <a:alphaModFix/>
          </a:blip>
          <a:srcRect b="0" l="19688" r="19688" t="0"/>
          <a:stretch/>
        </p:blipFill>
        <p:spPr>
          <a:xfrm>
            <a:off x="-15240" y="-15240"/>
            <a:ext cx="4581525" cy="687324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graphicFrame>
        <p:nvGraphicFramePr>
          <p:cNvPr id="506" name="Google Shape;506;p11"/>
          <p:cNvGraphicFramePr/>
          <p:nvPr/>
        </p:nvGraphicFramePr>
        <p:xfrm>
          <a:off x="58056" y="148771"/>
          <a:ext cx="3000000" cy="3000000"/>
        </p:xfrm>
        <a:graphic>
          <a:graphicData uri="http://schemas.openxmlformats.org/drawingml/2006/table">
            <a:tbl>
              <a:tblPr>
                <a:noFill/>
                <a:tableStyleId>{667AABC2-14BF-4BE1-93D8-A701173AD488}</a:tableStyleId>
              </a:tblPr>
              <a:tblGrid>
                <a:gridCol w="3031825"/>
                <a:gridCol w="2829175"/>
                <a:gridCol w="567250"/>
                <a:gridCol w="614500"/>
                <a:gridCol w="583000"/>
                <a:gridCol w="567250"/>
                <a:gridCol w="614500"/>
                <a:gridCol w="472700"/>
                <a:gridCol w="693300"/>
                <a:gridCol w="567250"/>
                <a:gridCol w="693300"/>
                <a:gridCol w="841850"/>
              </a:tblGrid>
              <a:tr h="634325">
                <a:tc gridSpan="2">
                  <a:txBody>
                    <a:bodyPr/>
                    <a:lstStyle/>
                    <a:p>
                      <a:pPr indent="0" lvl="0" marL="0" marR="0" rtl="0" algn="ctr">
                        <a:lnSpc>
                          <a:spcPct val="150000"/>
                        </a:lnSpc>
                        <a:spcBef>
                          <a:spcPts val="0"/>
                        </a:spcBef>
                        <a:spcAft>
                          <a:spcPts val="0"/>
                        </a:spcAft>
                        <a:buClr>
                          <a:srgbClr val="000000"/>
                        </a:buClr>
                        <a:buSzPts val="1400"/>
                        <a:buFont typeface="Arial"/>
                        <a:buNone/>
                      </a:pPr>
                      <a:r>
                        <a:rPr lang="es-ES" sz="1400" u="none" cap="none" strike="noStrike">
                          <a:solidFill>
                            <a:schemeClr val="dk1"/>
                          </a:solidFill>
                          <a:latin typeface="Consolas"/>
                          <a:ea typeface="Consolas"/>
                          <a:cs typeface="Consolas"/>
                          <a:sym typeface="Consolas"/>
                        </a:rPr>
                        <a:t>AVANCE</a:t>
                      </a:r>
                      <a:endParaRPr sz="1600" u="none" cap="none" strike="noStrike">
                        <a:solidFill>
                          <a:schemeClr val="dk1"/>
                        </a:solidFill>
                        <a:latin typeface="Consolas"/>
                        <a:ea typeface="Consolas"/>
                        <a:cs typeface="Consolas"/>
                        <a:sym typeface="Consolas"/>
                      </a:endParaRPr>
                    </a:p>
                  </a:txBody>
                  <a:tcPr marT="0" marB="0" marR="37475" marL="37475" anchor="ctr"/>
                </a:tc>
                <a:tc hMerge="1"/>
                <a:tc gridSpan="2">
                  <a:txBody>
                    <a:bodyPr/>
                    <a:lstStyle/>
                    <a:p>
                      <a:pPr indent="0" lvl="0" marL="0" marR="0" rtl="0" algn="ctr">
                        <a:lnSpc>
                          <a:spcPct val="150000"/>
                        </a:lnSpc>
                        <a:spcBef>
                          <a:spcPts val="0"/>
                        </a:spcBef>
                        <a:spcAft>
                          <a:spcPts val="0"/>
                        </a:spcAft>
                        <a:buClr>
                          <a:srgbClr val="000000"/>
                        </a:buClr>
                        <a:buSzPts val="1400"/>
                        <a:buFont typeface="Arial"/>
                        <a:buNone/>
                      </a:pPr>
                      <a:r>
                        <a:rPr lang="es-ES" sz="1400" u="none" cap="none" strike="noStrike">
                          <a:solidFill>
                            <a:schemeClr val="dk1"/>
                          </a:solidFill>
                          <a:latin typeface="Consolas"/>
                          <a:ea typeface="Consolas"/>
                          <a:cs typeface="Consolas"/>
                          <a:sym typeface="Consolas"/>
                        </a:rPr>
                        <a:t> AVANCE 20%</a:t>
                      </a:r>
                      <a:endParaRPr sz="1600" u="none" cap="none" strike="noStrike">
                        <a:solidFill>
                          <a:schemeClr val="dk1"/>
                        </a:solidFill>
                        <a:latin typeface="Consolas"/>
                        <a:ea typeface="Consolas"/>
                        <a:cs typeface="Consolas"/>
                        <a:sym typeface="Consolas"/>
                      </a:endParaRPr>
                    </a:p>
                  </a:txBody>
                  <a:tcPr marT="0" marB="0" marR="37475" marL="37475" anchor="ctr"/>
                </a:tc>
                <a:tc hMerge="1"/>
                <a:tc gridSpan="2">
                  <a:txBody>
                    <a:bodyPr/>
                    <a:lstStyle/>
                    <a:p>
                      <a:pPr indent="0" lvl="0" marL="0" marR="0" rtl="0" algn="ctr">
                        <a:lnSpc>
                          <a:spcPct val="150000"/>
                        </a:lnSpc>
                        <a:spcBef>
                          <a:spcPts val="0"/>
                        </a:spcBef>
                        <a:spcAft>
                          <a:spcPts val="0"/>
                        </a:spcAft>
                        <a:buClr>
                          <a:srgbClr val="000000"/>
                        </a:buClr>
                        <a:buSzPts val="1400"/>
                        <a:buFont typeface="Arial"/>
                        <a:buNone/>
                      </a:pPr>
                      <a:r>
                        <a:rPr lang="es-ES" sz="1400" u="none" cap="none" strike="noStrike">
                          <a:solidFill>
                            <a:schemeClr val="dk1"/>
                          </a:solidFill>
                          <a:latin typeface="Consolas"/>
                          <a:ea typeface="Consolas"/>
                          <a:cs typeface="Consolas"/>
                          <a:sym typeface="Consolas"/>
                        </a:rPr>
                        <a:t> AVANCE 50%</a:t>
                      </a:r>
                      <a:endParaRPr sz="1600" u="none" cap="none" strike="noStrike">
                        <a:solidFill>
                          <a:schemeClr val="dk1"/>
                        </a:solidFill>
                        <a:latin typeface="Consolas"/>
                        <a:ea typeface="Consolas"/>
                        <a:cs typeface="Consolas"/>
                        <a:sym typeface="Consolas"/>
                      </a:endParaRPr>
                    </a:p>
                  </a:txBody>
                  <a:tcPr marT="0" marB="0" marR="37475" marL="37475" anchor="ctr"/>
                </a:tc>
                <a:tc hMerge="1"/>
                <a:tc gridSpan="3">
                  <a:txBody>
                    <a:bodyPr/>
                    <a:lstStyle/>
                    <a:p>
                      <a:pPr indent="0" lvl="0" marL="0" marR="0" rtl="0" algn="ctr">
                        <a:lnSpc>
                          <a:spcPct val="150000"/>
                        </a:lnSpc>
                        <a:spcBef>
                          <a:spcPts val="0"/>
                        </a:spcBef>
                        <a:spcAft>
                          <a:spcPts val="0"/>
                        </a:spcAft>
                        <a:buClr>
                          <a:srgbClr val="000000"/>
                        </a:buClr>
                        <a:buSzPts val="1400"/>
                        <a:buFont typeface="Arial"/>
                        <a:buNone/>
                      </a:pPr>
                      <a:r>
                        <a:rPr lang="es-ES" sz="1400" u="none" cap="none" strike="noStrike">
                          <a:solidFill>
                            <a:schemeClr val="dk1"/>
                          </a:solidFill>
                          <a:latin typeface="Consolas"/>
                          <a:ea typeface="Consolas"/>
                          <a:cs typeface="Consolas"/>
                          <a:sym typeface="Consolas"/>
                        </a:rPr>
                        <a:t> AVANCE 70%</a:t>
                      </a:r>
                      <a:endParaRPr sz="1600" u="none" cap="none" strike="noStrike">
                        <a:solidFill>
                          <a:schemeClr val="dk1"/>
                        </a:solidFill>
                        <a:latin typeface="Consolas"/>
                        <a:ea typeface="Consolas"/>
                        <a:cs typeface="Consolas"/>
                        <a:sym typeface="Consolas"/>
                      </a:endParaRPr>
                    </a:p>
                  </a:txBody>
                  <a:tcPr marT="0" marB="0" marR="37475" marL="37475" anchor="ctr"/>
                </a:tc>
                <a:tc hMerge="1"/>
                <a:tc hMerge="1"/>
                <a:tc gridSpan="3">
                  <a:txBody>
                    <a:bodyPr/>
                    <a:lstStyle/>
                    <a:p>
                      <a:pPr indent="0" lvl="0" marL="0" marR="0" rtl="0" algn="ctr">
                        <a:lnSpc>
                          <a:spcPct val="150000"/>
                        </a:lnSpc>
                        <a:spcBef>
                          <a:spcPts val="0"/>
                        </a:spcBef>
                        <a:spcAft>
                          <a:spcPts val="0"/>
                        </a:spcAft>
                        <a:buClr>
                          <a:srgbClr val="000000"/>
                        </a:buClr>
                        <a:buSzPts val="1400"/>
                        <a:buFont typeface="Arial"/>
                        <a:buNone/>
                      </a:pPr>
                      <a:r>
                        <a:rPr lang="es-ES" sz="1400" u="none" cap="none" strike="noStrike">
                          <a:solidFill>
                            <a:schemeClr val="dk1"/>
                          </a:solidFill>
                          <a:latin typeface="Consolas"/>
                          <a:ea typeface="Consolas"/>
                          <a:cs typeface="Consolas"/>
                          <a:sym typeface="Consolas"/>
                        </a:rPr>
                        <a:t> AVANCE 100%</a:t>
                      </a:r>
                      <a:endParaRPr sz="1600" u="none" cap="none" strike="noStrike">
                        <a:solidFill>
                          <a:schemeClr val="dk1"/>
                        </a:solidFill>
                        <a:latin typeface="Consolas"/>
                        <a:ea typeface="Consolas"/>
                        <a:cs typeface="Consolas"/>
                        <a:sym typeface="Consolas"/>
                      </a:endParaRPr>
                    </a:p>
                  </a:txBody>
                  <a:tcPr marT="0" marB="0" marR="37475" marL="37475" anchor="ctr"/>
                </a:tc>
                <a:tc hMerge="1"/>
                <a:tc hMerge="1"/>
              </a:tr>
              <a:tr h="841775">
                <a:tc>
                  <a:txBody>
                    <a:bodyPr/>
                    <a:lstStyle/>
                    <a:p>
                      <a:pPr indent="0" lvl="0" marL="0" marR="0" rtl="0" algn="ctr">
                        <a:lnSpc>
                          <a:spcPct val="150000"/>
                        </a:lnSpc>
                        <a:spcBef>
                          <a:spcPts val="0"/>
                        </a:spcBef>
                        <a:spcAft>
                          <a:spcPts val="0"/>
                        </a:spcAft>
                        <a:buClr>
                          <a:srgbClr val="000000"/>
                        </a:buClr>
                        <a:buSzPts val="1200"/>
                        <a:buFont typeface="Arial"/>
                        <a:buNone/>
                      </a:pPr>
                      <a:r>
                        <a:rPr b="1" lang="es-ES" sz="1200" u="none" cap="none" strike="noStrike">
                          <a:solidFill>
                            <a:schemeClr val="dk1"/>
                          </a:solidFill>
                          <a:latin typeface="Consolas"/>
                          <a:ea typeface="Consolas"/>
                          <a:cs typeface="Consolas"/>
                          <a:sym typeface="Consolas"/>
                        </a:rPr>
                        <a:t>OBJETIVO    </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050"/>
                        <a:buFont typeface="Arial"/>
                        <a:buNone/>
                      </a:pPr>
                      <a:r>
                        <a:rPr b="1" lang="es-ES" sz="1050" u="none" cap="none" strike="noStrike">
                          <a:solidFill>
                            <a:schemeClr val="dk1"/>
                          </a:solidFill>
                          <a:latin typeface="Consolas"/>
                          <a:ea typeface="Consolas"/>
                          <a:cs typeface="Consolas"/>
                          <a:sym typeface="Consolas"/>
                        </a:rPr>
                        <a:t>ACTIVIDAD</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1</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2</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3</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4</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5</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6</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7</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8</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9</a:t>
                      </a:r>
                      <a:endParaRPr b="1" sz="1400" u="none" cap="none" strike="noStrike">
                        <a:solidFill>
                          <a:schemeClr val="dk1"/>
                        </a:solidFill>
                        <a:latin typeface="Consolas"/>
                        <a:ea typeface="Consolas"/>
                        <a:cs typeface="Consolas"/>
                        <a:sym typeface="Consolas"/>
                      </a:endParaRPr>
                    </a:p>
                  </a:txBody>
                  <a:tcPr marT="0" marB="0" marR="37475" marL="37475" anchor="ctr"/>
                </a:tc>
                <a:tc>
                  <a:txBody>
                    <a:bodyPr/>
                    <a:lstStyle/>
                    <a:p>
                      <a:pPr indent="0" lvl="0" marL="0" marR="0" rtl="0" algn="ctr">
                        <a:lnSpc>
                          <a:spcPct val="150000"/>
                        </a:lnSpc>
                        <a:spcBef>
                          <a:spcPts val="0"/>
                        </a:spcBef>
                        <a:spcAft>
                          <a:spcPts val="0"/>
                        </a:spcAft>
                        <a:buClr>
                          <a:srgbClr val="000000"/>
                        </a:buClr>
                        <a:buSzPts val="1100"/>
                        <a:buFont typeface="Arial"/>
                        <a:buNone/>
                      </a:pPr>
                      <a:r>
                        <a:rPr b="1" lang="es-ES" sz="1100" u="none" cap="none" strike="noStrike">
                          <a:solidFill>
                            <a:schemeClr val="dk1"/>
                          </a:solidFill>
                          <a:latin typeface="Consolas"/>
                          <a:ea typeface="Consolas"/>
                          <a:cs typeface="Consolas"/>
                          <a:sym typeface="Consolas"/>
                        </a:rPr>
                        <a:t>MES 10</a:t>
                      </a:r>
                      <a:endParaRPr b="1" sz="1400" u="none" cap="none" strike="noStrike">
                        <a:solidFill>
                          <a:schemeClr val="dk1"/>
                        </a:solidFill>
                        <a:latin typeface="Consolas"/>
                        <a:ea typeface="Consolas"/>
                        <a:cs typeface="Consolas"/>
                        <a:sym typeface="Consolas"/>
                      </a:endParaRPr>
                    </a:p>
                  </a:txBody>
                  <a:tcPr marT="0" marB="0" marR="37475" marL="37475" anchor="ctr"/>
                </a:tc>
              </a:tr>
              <a:tr h="680675">
                <a:tc>
                  <a:txBody>
                    <a:bodyPr/>
                    <a:lstStyle/>
                    <a:p>
                      <a:pPr indent="0" lvl="0" marL="457200" marR="0" rtl="0" algn="l">
                        <a:lnSpc>
                          <a:spcPct val="150000"/>
                        </a:lnSpc>
                        <a:spcBef>
                          <a:spcPts val="0"/>
                        </a:spcBef>
                        <a:spcAft>
                          <a:spcPts val="0"/>
                        </a:spcAft>
                        <a:buClr>
                          <a:schemeClr val="dk1"/>
                        </a:buClr>
                        <a:buSzPts val="1200"/>
                        <a:buFont typeface="Avenir"/>
                        <a:buNone/>
                      </a:pPr>
                      <a:r>
                        <a:t/>
                      </a:r>
                      <a:endParaRPr sz="1200" u="none" cap="none" strike="noStrike">
                        <a:latin typeface="Consolas"/>
                        <a:ea typeface="Consolas"/>
                        <a:cs typeface="Consolas"/>
                        <a:sym typeface="Consolas"/>
                      </a:endParaRPr>
                    </a:p>
                  </a:txBody>
                  <a:tcPr marT="0" marB="0" marR="89525" marL="89525"/>
                </a:tc>
                <a:tc>
                  <a:txBody>
                    <a:bodyPr/>
                    <a:lstStyle/>
                    <a:p>
                      <a:pPr indent="0" lvl="0" marL="0" marR="0" rtl="0" algn="just">
                        <a:lnSpc>
                          <a:spcPct val="150000"/>
                        </a:lnSpc>
                        <a:spcBef>
                          <a:spcPts val="0"/>
                        </a:spcBef>
                        <a:spcAft>
                          <a:spcPts val="0"/>
                        </a:spcAft>
                        <a:buClr>
                          <a:srgbClr val="000000"/>
                        </a:buClr>
                        <a:buSzPts val="1200"/>
                        <a:buFont typeface="Arial"/>
                        <a:buNone/>
                      </a:pPr>
                      <a:r>
                        <a:t/>
                      </a:r>
                      <a:endParaRPr b="1" sz="1200" u="none" cap="none" strike="noStrike">
                        <a:latin typeface="Consolas"/>
                        <a:ea typeface="Consolas"/>
                        <a:cs typeface="Consolas"/>
                        <a:sym typeface="Consolas"/>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r>
              <a:tr h="97165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Consolas"/>
                        <a:ea typeface="Consolas"/>
                        <a:cs typeface="Consolas"/>
                        <a:sym typeface="Consolas"/>
                      </a:endParaRPr>
                    </a:p>
                  </a:txBody>
                  <a:tcPr marT="45725" marB="45725" marR="91450" marL="91450"/>
                </a:tc>
                <a:tc>
                  <a:txBody>
                    <a:bodyPr/>
                    <a:lstStyle/>
                    <a:p>
                      <a:pPr indent="0" lvl="0" marL="0" marR="0" rtl="0" algn="just">
                        <a:lnSpc>
                          <a:spcPct val="15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r>
              <a:tr h="65707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c>
                  <a:txBody>
                    <a:bodyPr/>
                    <a:lstStyle/>
                    <a:p>
                      <a:pPr indent="0" lvl="0" marL="0" marR="0" rtl="0" algn="just">
                        <a:lnSpc>
                          <a:spcPct val="1500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r>
              <a:tr h="101732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c>
                  <a:txBody>
                    <a:bodyPr/>
                    <a:lstStyle/>
                    <a:p>
                      <a:pPr indent="0" lvl="0" marL="0" marR="0" rtl="0" algn="just">
                        <a:lnSpc>
                          <a:spcPct val="150000"/>
                        </a:lnSpc>
                        <a:spcBef>
                          <a:spcPts val="0"/>
                        </a:spcBef>
                        <a:spcAft>
                          <a:spcPts val="0"/>
                        </a:spcAft>
                        <a:buClr>
                          <a:srgbClr val="000000"/>
                        </a:buClr>
                        <a:buSzPts val="1200"/>
                        <a:buFont typeface="Arial"/>
                        <a:buNone/>
                      </a:pPr>
                      <a:r>
                        <a:t/>
                      </a:r>
                      <a:endParaRPr sz="12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r>
              <a:tr h="733075">
                <a:tc>
                  <a:txBody>
                    <a:bodyPr/>
                    <a:lstStyle/>
                    <a:p>
                      <a:pPr indent="0" lvl="0" marL="0" marR="0" rtl="0" algn="l">
                        <a:lnSpc>
                          <a:spcPct val="1500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0" marB="0" marR="37475" marL="37475" anchor="ctr"/>
                </a:tc>
                <a:tc>
                  <a:txBody>
                    <a:bodyPr/>
                    <a:lstStyle/>
                    <a:p>
                      <a:pPr indent="0" lvl="0" marL="0" marR="0" rtl="0" algn="l">
                        <a:lnSpc>
                          <a:spcPct val="1500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r>
              <a:tr h="1024575">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c>
                  <a:txBody>
                    <a:bodyPr/>
                    <a:lstStyle/>
                    <a:p>
                      <a:pPr indent="0" lvl="0" marL="0" marR="0" rtl="0" algn="l">
                        <a:lnSpc>
                          <a:spcPct val="150000"/>
                        </a:lnSpc>
                        <a:spcBef>
                          <a:spcPts val="0"/>
                        </a:spcBef>
                        <a:spcAft>
                          <a:spcPts val="0"/>
                        </a:spcAft>
                        <a:buClr>
                          <a:srgbClr val="000000"/>
                        </a:buClr>
                        <a:buSzPts val="1000"/>
                        <a:buFont typeface="Arial"/>
                        <a:buNone/>
                      </a:pPr>
                      <a:r>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c>
                  <a:txBody>
                    <a:bodyPr/>
                    <a:lstStyle/>
                    <a:p>
                      <a:pPr indent="0" lvl="0" marL="0" marR="0" rtl="0" algn="just">
                        <a:lnSpc>
                          <a:spcPct val="150000"/>
                        </a:lnSpc>
                        <a:spcBef>
                          <a:spcPts val="0"/>
                        </a:spcBef>
                        <a:spcAft>
                          <a:spcPts val="0"/>
                        </a:spcAft>
                        <a:buClr>
                          <a:srgbClr val="000000"/>
                        </a:buClr>
                        <a:buSzPts val="500"/>
                        <a:buFont typeface="Arial"/>
                        <a:buNone/>
                      </a:pPr>
                      <a:r>
                        <a:rPr lang="es-ES" sz="500" u="none" cap="none" strike="noStrike"/>
                        <a:t> </a:t>
                      </a:r>
                      <a:endParaRPr sz="1000" u="none" cap="none" strike="noStrike">
                        <a:latin typeface="Arial"/>
                        <a:ea typeface="Arial"/>
                        <a:cs typeface="Arial"/>
                        <a:sym typeface="Arial"/>
                      </a:endParaRPr>
                    </a:p>
                  </a:txBody>
                  <a:tcPr marT="0" marB="0" marR="37475" marL="37475" anchor="ctr">
                    <a:solidFill>
                      <a:schemeClr val="dk2"/>
                    </a:solidFill>
                  </a:tcPr>
                </a:tc>
              </a:tr>
            </a:tbl>
          </a:graphicData>
        </a:graphic>
      </p:graphicFrame>
      <p:sp>
        <p:nvSpPr>
          <p:cNvPr id="507" name="Google Shape;507;p11"/>
          <p:cNvSpPr txBox="1"/>
          <p:nvPr/>
        </p:nvSpPr>
        <p:spPr>
          <a:xfrm>
            <a:off x="210458" y="1673196"/>
            <a:ext cx="30226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diseñar una narrativa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educativa e interactiva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08" name="Google Shape;508;p11"/>
          <p:cNvSpPr txBox="1"/>
          <p:nvPr/>
        </p:nvSpPr>
        <p:spPr>
          <a:xfrm>
            <a:off x="210458" y="2498130"/>
            <a:ext cx="30226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Implementar mecánicas de juego sostenible</a:t>
            </a:r>
            <a:endParaRPr b="0" i="0" sz="1400" u="none" cap="none" strike="noStrike">
              <a:solidFill>
                <a:srgbClr val="000000"/>
              </a:solidFill>
              <a:latin typeface="Arial"/>
              <a:ea typeface="Arial"/>
              <a:cs typeface="Arial"/>
              <a:sym typeface="Arial"/>
            </a:endParaRPr>
          </a:p>
        </p:txBody>
      </p:sp>
      <p:sp>
        <p:nvSpPr>
          <p:cNvPr id="509" name="Google Shape;509;p11"/>
          <p:cNvSpPr txBox="1"/>
          <p:nvPr/>
        </p:nvSpPr>
        <p:spPr>
          <a:xfrm>
            <a:off x="58056" y="5044280"/>
            <a:ext cx="2960688" cy="5847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Avenir"/>
                <a:ea typeface="Avenir"/>
                <a:cs typeface="Avenir"/>
                <a:sym typeface="Avenir"/>
              </a:rPr>
              <a:t>Usar Godot y git para desarrollo entre compañeros</a:t>
            </a:r>
            <a:endParaRPr b="0" i="0" sz="1400" u="none" cap="none" strike="noStrike">
              <a:solidFill>
                <a:srgbClr val="000000"/>
              </a:solidFill>
              <a:latin typeface="Arial"/>
              <a:ea typeface="Arial"/>
              <a:cs typeface="Arial"/>
              <a:sym typeface="Arial"/>
            </a:endParaRPr>
          </a:p>
        </p:txBody>
      </p:sp>
      <p:sp>
        <p:nvSpPr>
          <p:cNvPr id="510" name="Google Shape;510;p11"/>
          <p:cNvSpPr txBox="1"/>
          <p:nvPr/>
        </p:nvSpPr>
        <p:spPr>
          <a:xfrm>
            <a:off x="210458" y="6080421"/>
            <a:ext cx="2960688"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Aplicar pruebas finales</a:t>
            </a:r>
            <a:endParaRPr b="0" i="0" sz="1400" u="none" cap="none" strike="noStrike">
              <a:solidFill>
                <a:srgbClr val="000000"/>
              </a:solidFill>
              <a:latin typeface="Arial"/>
              <a:ea typeface="Arial"/>
              <a:cs typeface="Arial"/>
              <a:sym typeface="Arial"/>
            </a:endParaRPr>
          </a:p>
        </p:txBody>
      </p:sp>
      <p:sp>
        <p:nvSpPr>
          <p:cNvPr id="511" name="Google Shape;511;p11"/>
          <p:cNvSpPr txBox="1"/>
          <p:nvPr/>
        </p:nvSpPr>
        <p:spPr>
          <a:xfrm>
            <a:off x="3204029" y="1638873"/>
            <a:ext cx="2717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creación de la narrativa del video juego y gdd</a:t>
            </a:r>
            <a:endParaRPr b="0" i="0" sz="1800" u="none" cap="none" strike="noStrike">
              <a:solidFill>
                <a:schemeClr val="dk1"/>
              </a:solidFill>
              <a:latin typeface="Avenir"/>
              <a:ea typeface="Avenir"/>
              <a:cs typeface="Avenir"/>
              <a:sym typeface="Avenir"/>
            </a:endParaRPr>
          </a:p>
        </p:txBody>
      </p:sp>
      <p:sp>
        <p:nvSpPr>
          <p:cNvPr id="512" name="Google Shape;512;p11"/>
          <p:cNvSpPr txBox="1"/>
          <p:nvPr/>
        </p:nvSpPr>
        <p:spPr>
          <a:xfrm>
            <a:off x="3175000" y="2438966"/>
            <a:ext cx="2717800" cy="113877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Avenir"/>
                <a:ea typeface="Avenir"/>
                <a:cs typeface="Avenir"/>
                <a:sym typeface="Avenir"/>
              </a:rPr>
              <a:t>Diseño de personajes, niveles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s-ES" sz="1600" u="none" cap="none" strike="noStrike">
                <a:solidFill>
                  <a:schemeClr val="dk1"/>
                </a:solidFill>
                <a:latin typeface="Avenir"/>
                <a:ea typeface="Avenir"/>
                <a:cs typeface="Avenir"/>
                <a:sym typeface="Avenir"/>
              </a:rPr>
              <a:t>y enemigos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13" name="Google Shape;513;p11"/>
          <p:cNvSpPr txBox="1"/>
          <p:nvPr/>
        </p:nvSpPr>
        <p:spPr>
          <a:xfrm>
            <a:off x="3171146" y="3294344"/>
            <a:ext cx="2717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Programación inicial en Godot engime(interfaz) </a:t>
            </a:r>
            <a:endParaRPr b="0" i="0" sz="1800" u="none" cap="none" strike="noStrike">
              <a:solidFill>
                <a:schemeClr val="dk1"/>
              </a:solidFill>
              <a:latin typeface="Avenir"/>
              <a:ea typeface="Avenir"/>
              <a:cs typeface="Avenir"/>
              <a:sym typeface="Avenir"/>
            </a:endParaRPr>
          </a:p>
        </p:txBody>
      </p:sp>
      <p:sp>
        <p:nvSpPr>
          <p:cNvPr id="514" name="Google Shape;514;p11"/>
          <p:cNvSpPr txBox="1"/>
          <p:nvPr/>
        </p:nvSpPr>
        <p:spPr>
          <a:xfrm>
            <a:off x="3233058" y="4065983"/>
            <a:ext cx="27051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Implementación de mecánicas (reciclaje siembra etc.)</a:t>
            </a:r>
            <a:endParaRPr b="0" i="0" sz="1400" u="none" cap="none" strike="noStrike">
              <a:solidFill>
                <a:srgbClr val="000000"/>
              </a:solidFill>
              <a:latin typeface="Arial"/>
              <a:ea typeface="Arial"/>
              <a:cs typeface="Arial"/>
              <a:sym typeface="Arial"/>
            </a:endParaRPr>
          </a:p>
        </p:txBody>
      </p:sp>
      <p:sp>
        <p:nvSpPr>
          <p:cNvPr id="515" name="Google Shape;515;p11"/>
          <p:cNvSpPr txBox="1"/>
          <p:nvPr/>
        </p:nvSpPr>
        <p:spPr>
          <a:xfrm>
            <a:off x="3175000" y="4998570"/>
            <a:ext cx="2960700" cy="650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Respaldar el trabajo en</a:t>
            </a:r>
            <a:r>
              <a:rPr lang="es-ES" sz="1800">
                <a:solidFill>
                  <a:schemeClr val="dk1"/>
                </a:solidFill>
                <a:latin typeface="Avenir"/>
                <a:ea typeface="Avenir"/>
                <a:cs typeface="Avenir"/>
                <a:sym typeface="Avenir"/>
              </a:rPr>
              <a:t>tonces </a:t>
            </a:r>
            <a:r>
              <a:rPr b="0" i="0" lang="es-ES" sz="1800" u="none" cap="none" strike="noStrike">
                <a:solidFill>
                  <a:schemeClr val="dk1"/>
                </a:solidFill>
                <a:latin typeface="Avenir"/>
                <a:ea typeface="Avenir"/>
                <a:cs typeface="Avenir"/>
                <a:sym typeface="Avenir"/>
              </a:rPr>
              <a:t>GitHub</a:t>
            </a:r>
            <a:endParaRPr b="0" i="0" sz="1800" u="none" cap="none" strike="noStrike">
              <a:solidFill>
                <a:schemeClr val="dk1"/>
              </a:solidFill>
              <a:latin typeface="Avenir"/>
              <a:ea typeface="Avenir"/>
              <a:cs typeface="Avenir"/>
              <a:sym typeface="Avenir"/>
            </a:endParaRPr>
          </a:p>
        </p:txBody>
      </p:sp>
      <p:sp>
        <p:nvSpPr>
          <p:cNvPr id="516" name="Google Shape;516;p11"/>
          <p:cNvSpPr txBox="1"/>
          <p:nvPr/>
        </p:nvSpPr>
        <p:spPr>
          <a:xfrm>
            <a:off x="3187700" y="5724532"/>
            <a:ext cx="2717800"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s-ES" sz="1800" u="none" cap="none" strike="noStrike">
                <a:solidFill>
                  <a:schemeClr val="dk1"/>
                </a:solidFill>
                <a:latin typeface="Avenir"/>
                <a:ea typeface="Avenir"/>
                <a:cs typeface="Avenir"/>
                <a:sym typeface="Avenir"/>
              </a:rPr>
              <a:t>Pruebas piloto y Ajustes , correcciones y lanzarlo al publico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12"/>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s-ES"/>
              <a:t>TIPOS DE INVESTIGACIÓN Y METODOLOGÍAS</a:t>
            </a:r>
            <a:endParaRPr/>
          </a:p>
        </p:txBody>
      </p:sp>
      <p:pic>
        <p:nvPicPr>
          <p:cNvPr id="522" name="Google Shape;522;p12"/>
          <p:cNvPicPr preferRelativeResize="0"/>
          <p:nvPr>
            <p:ph idx="2" type="pic"/>
          </p:nvPr>
        </p:nvPicPr>
        <p:blipFill rotWithShape="1">
          <a:blip r:embed="rId3">
            <a:alphaModFix/>
          </a:blip>
          <a:srcRect b="0" l="15304" r="15304" t="0"/>
          <a:stretch/>
        </p:blipFill>
        <p:spPr>
          <a:xfrm>
            <a:off x="7625969" y="-9144"/>
            <a:ext cx="4581525" cy="675471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pic>
        <p:nvPicPr>
          <p:cNvPr id="527" name="Google Shape;527;p13"/>
          <p:cNvPicPr preferRelativeResize="0"/>
          <p:nvPr>
            <p:ph idx="1" type="body"/>
          </p:nvPr>
        </p:nvPicPr>
        <p:blipFill rotWithShape="1">
          <a:blip r:embed="rId3">
            <a:alphaModFix/>
          </a:blip>
          <a:srcRect b="0" l="0" r="0" t="0"/>
          <a:stretch/>
        </p:blipFill>
        <p:spPr>
          <a:xfrm>
            <a:off x="1" y="0"/>
            <a:ext cx="4038600" cy="6857999"/>
          </a:xfrm>
          <a:prstGeom prst="rect">
            <a:avLst/>
          </a:prstGeom>
          <a:noFill/>
          <a:ln>
            <a:noFill/>
          </a:ln>
        </p:spPr>
      </p:pic>
      <p:sp>
        <p:nvSpPr>
          <p:cNvPr id="528" name="Google Shape;528;p13"/>
          <p:cNvSpPr txBox="1"/>
          <p:nvPr>
            <p:ph idx="2" type="body"/>
          </p:nvPr>
        </p:nvSpPr>
        <p:spPr>
          <a:xfrm>
            <a:off x="4482059" y="258763"/>
            <a:ext cx="7709941" cy="68579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ES"/>
              <a:t>La metodología adoptada en este proyecto corresponde a una investigación aplicada de tipo </a:t>
            </a:r>
            <a:r>
              <a:rPr b="1" lang="es-ES">
                <a:solidFill>
                  <a:srgbClr val="00B050"/>
                </a:solidFill>
              </a:rPr>
              <a:t>exploratoria-descriptiva</a:t>
            </a:r>
            <a:r>
              <a:rPr lang="es-ES"/>
              <a:t>. El trabajo se llevó a cabo siguiendo una metodología de investigación y desarrollo (ID) que se organizó en varias fases:</a:t>
            </a:r>
            <a:endParaRPr/>
          </a:p>
          <a:p>
            <a:pPr indent="0" lvl="0" marL="0" rtl="0" algn="l">
              <a:lnSpc>
                <a:spcPct val="100000"/>
              </a:lnSpc>
              <a:spcBef>
                <a:spcPts val="1200"/>
              </a:spcBef>
              <a:spcAft>
                <a:spcPts val="0"/>
              </a:spcAft>
              <a:buClr>
                <a:srgbClr val="00B050"/>
              </a:buClr>
              <a:buSzPts val="2000"/>
              <a:buNone/>
            </a:pPr>
            <a:r>
              <a:rPr b="1" lang="es-ES">
                <a:solidFill>
                  <a:srgbClr val="00B050"/>
                </a:solidFill>
              </a:rPr>
              <a:t>Investigación</a:t>
            </a:r>
            <a:r>
              <a:rPr lang="es-ES"/>
              <a:t>: revisión bibliográfica sobre educación ambiental y gamificación, así como análisis de videojuegos similares.</a:t>
            </a:r>
            <a:endParaRPr/>
          </a:p>
          <a:p>
            <a:pPr indent="0" lvl="0" marL="0" rtl="0" algn="l">
              <a:lnSpc>
                <a:spcPct val="100000"/>
              </a:lnSpc>
              <a:spcBef>
                <a:spcPts val="1200"/>
              </a:spcBef>
              <a:spcAft>
                <a:spcPts val="0"/>
              </a:spcAft>
              <a:buClr>
                <a:srgbClr val="00B050"/>
              </a:buClr>
              <a:buSzPts val="2000"/>
              <a:buNone/>
            </a:pPr>
            <a:r>
              <a:rPr b="1" lang="es-ES">
                <a:solidFill>
                  <a:srgbClr val="00B050"/>
                </a:solidFill>
              </a:rPr>
              <a:t>Diseño</a:t>
            </a:r>
            <a:r>
              <a:rPr lang="es-ES"/>
              <a:t>: definimos los objetivos, la narrativa del juego, personajes, escenarios y mecánicas sostenibles.</a:t>
            </a:r>
            <a:endParaRPr/>
          </a:p>
          <a:p>
            <a:pPr indent="0" lvl="0" marL="0" rtl="0" algn="l">
              <a:lnSpc>
                <a:spcPct val="100000"/>
              </a:lnSpc>
              <a:spcBef>
                <a:spcPts val="1200"/>
              </a:spcBef>
              <a:spcAft>
                <a:spcPts val="0"/>
              </a:spcAft>
              <a:buClr>
                <a:srgbClr val="00B050"/>
              </a:buClr>
              <a:buSzPts val="2000"/>
              <a:buNone/>
            </a:pPr>
            <a:r>
              <a:rPr b="1" lang="es-ES">
                <a:solidFill>
                  <a:srgbClr val="00B050"/>
                </a:solidFill>
              </a:rPr>
              <a:t>Desarrollo</a:t>
            </a:r>
            <a:r>
              <a:rPr lang="es-ES"/>
              <a:t>: programamos en Godot Engine utilizando GDScript, creación de recursos gráficos y sonoros, e integración en un prototipo funcional.</a:t>
            </a:r>
            <a:endParaRPr/>
          </a:p>
          <a:p>
            <a:pPr indent="0" lvl="0" marL="0" rtl="0" algn="l">
              <a:lnSpc>
                <a:spcPct val="100000"/>
              </a:lnSpc>
              <a:spcBef>
                <a:spcPts val="1200"/>
              </a:spcBef>
              <a:spcAft>
                <a:spcPts val="0"/>
              </a:spcAft>
              <a:buClr>
                <a:srgbClr val="00B050"/>
              </a:buClr>
              <a:buSzPts val="2000"/>
              <a:buNone/>
            </a:pPr>
            <a:r>
              <a:rPr b="1" lang="es-ES">
                <a:solidFill>
                  <a:srgbClr val="00B050"/>
                </a:solidFill>
              </a:rPr>
              <a:t>Pruebas</a:t>
            </a:r>
            <a:r>
              <a:rPr lang="es-ES">
                <a:solidFill>
                  <a:srgbClr val="00B050"/>
                </a:solidFill>
              </a:rPr>
              <a:t>: </a:t>
            </a:r>
            <a:r>
              <a:rPr lang="es-ES"/>
              <a:t>primero se realizaron pruebas internas con el equipo de trabajo, y posteriormente pruebas piloto con estudiantes mayores de 10 años, con el fin de obtener retroalimentación y realizar ajustes.</a:t>
            </a:r>
            <a:endParaRPr/>
          </a:p>
          <a:p>
            <a:pPr indent="0" lvl="0" marL="0" rtl="0" algn="l">
              <a:lnSpc>
                <a:spcPct val="100000"/>
              </a:lnSpc>
              <a:spcBef>
                <a:spcPts val="1200"/>
              </a:spcBef>
              <a:spcAft>
                <a:spcPts val="0"/>
              </a:spcAft>
              <a:buClr>
                <a:schemeClr val="dk1"/>
              </a:buClr>
              <a:buSzPts val="2000"/>
              <a:buNone/>
            </a:pPr>
            <a:r>
              <a:rPr lang="es-ES"/>
              <a:t>Documentación final: redacción del informe escrito, sistematización de los de resultados y presentación del cronograma y conclusiones del proyecto.</a:t>
            </a:r>
            <a:endParaRPr/>
          </a:p>
          <a:p>
            <a:pPr indent="0" lvl="0" marL="0" rtl="0" algn="l">
              <a:lnSpc>
                <a:spcPct val="100000"/>
              </a:lnSpc>
              <a:spcBef>
                <a:spcPts val="1200"/>
              </a:spcBef>
              <a:spcAft>
                <a:spcPts val="0"/>
              </a:spcAft>
              <a:buClr>
                <a:schemeClr val="dk1"/>
              </a:buClr>
              <a:buSzPts val="2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14"/>
          <p:cNvSpPr txBox="1"/>
          <p:nvPr>
            <p:ph type="title"/>
          </p:nvPr>
        </p:nvSpPr>
        <p:spPr>
          <a:xfrm>
            <a:off x="5241560" y="881322"/>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s-ES"/>
              <a:t>COMO APLICA EL MÉTODO CIENTÍFICO EN SU PROYECTO</a:t>
            </a:r>
            <a:endParaRPr/>
          </a:p>
        </p:txBody>
      </p:sp>
      <p:pic>
        <p:nvPicPr>
          <p:cNvPr id="534" name="Google Shape;534;p14"/>
          <p:cNvPicPr preferRelativeResize="0"/>
          <p:nvPr>
            <p:ph idx="2" type="pic"/>
          </p:nvPr>
        </p:nvPicPr>
        <p:blipFill rotWithShape="1">
          <a:blip r:embed="rId3">
            <a:alphaModFix/>
          </a:blip>
          <a:srcRect b="0" l="17874" r="17874" t="0"/>
          <a:stretch/>
        </p:blipFill>
        <p:spPr>
          <a:xfrm>
            <a:off x="-15240" y="-15240"/>
            <a:ext cx="4581525" cy="687324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pic>
        <p:nvPicPr>
          <p:cNvPr id="539" name="Google Shape;539;p15"/>
          <p:cNvPicPr preferRelativeResize="0"/>
          <p:nvPr>
            <p:ph idx="1" type="body"/>
          </p:nvPr>
        </p:nvPicPr>
        <p:blipFill rotWithShape="1">
          <a:blip r:embed="rId3">
            <a:alphaModFix/>
          </a:blip>
          <a:srcRect b="0" l="0" r="0" t="0"/>
          <a:stretch/>
        </p:blipFill>
        <p:spPr>
          <a:xfrm>
            <a:off x="0" y="0"/>
            <a:ext cx="3259138" cy="6857999"/>
          </a:xfrm>
          <a:prstGeom prst="rect">
            <a:avLst/>
          </a:prstGeom>
          <a:noFill/>
          <a:ln>
            <a:noFill/>
          </a:ln>
        </p:spPr>
      </p:pic>
      <p:sp>
        <p:nvSpPr>
          <p:cNvPr id="540" name="Google Shape;540;p15"/>
          <p:cNvSpPr txBox="1"/>
          <p:nvPr>
            <p:ph idx="2" type="body"/>
          </p:nvPr>
        </p:nvSpPr>
        <p:spPr>
          <a:xfrm>
            <a:off x="3777521" y="246254"/>
            <a:ext cx="8069705" cy="6611746"/>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ES"/>
              <a:t>En este proyecto se aplicó el método científico siguiendo sus principales etapas. Primero, se </a:t>
            </a:r>
            <a:r>
              <a:rPr b="1" lang="es-ES">
                <a:solidFill>
                  <a:srgbClr val="00B050"/>
                </a:solidFill>
              </a:rPr>
              <a:t>observó el problema</a:t>
            </a:r>
            <a:r>
              <a:rPr lang="es-ES"/>
              <a:t> de la falta de conciencia ambiental entre los jóvenes y se </a:t>
            </a:r>
            <a:r>
              <a:rPr b="1" lang="es-ES">
                <a:solidFill>
                  <a:srgbClr val="00B050"/>
                </a:solidFill>
              </a:rPr>
              <a:t>planteó la pregunta</a:t>
            </a:r>
            <a:r>
              <a:rPr lang="es-ES"/>
              <a:t>: ¿cómo motivarlos de manera más efectiva en el cuidado del medio ambiente? Luego, se </a:t>
            </a:r>
            <a:r>
              <a:rPr b="1" lang="es-ES">
                <a:solidFill>
                  <a:srgbClr val="00B050"/>
                </a:solidFill>
              </a:rPr>
              <a:t>formuló la hipótesis</a:t>
            </a:r>
            <a:r>
              <a:rPr lang="es-ES">
                <a:solidFill>
                  <a:srgbClr val="00B050"/>
                </a:solidFill>
              </a:rPr>
              <a:t> </a:t>
            </a:r>
            <a:r>
              <a:rPr lang="es-ES"/>
              <a:t>de como un videojuego educativo, con mecánicas lúdicas y sencillas, podría despertar conciencia y comprensión del medio ambiente en los estudiantes.</a:t>
            </a:r>
            <a:endParaRPr/>
          </a:p>
          <a:p>
            <a:pPr indent="0" lvl="0" marL="0" rtl="0" algn="l">
              <a:lnSpc>
                <a:spcPct val="100000"/>
              </a:lnSpc>
              <a:spcBef>
                <a:spcPts val="1200"/>
              </a:spcBef>
              <a:spcAft>
                <a:spcPts val="0"/>
              </a:spcAft>
              <a:buClr>
                <a:schemeClr val="dk1"/>
              </a:buClr>
              <a:buSzPts val="2000"/>
              <a:buNone/>
            </a:pPr>
            <a:r>
              <a:rPr lang="es-ES"/>
              <a:t>Posteriormente, se realizó la </a:t>
            </a:r>
            <a:r>
              <a:rPr b="1" lang="es-ES">
                <a:solidFill>
                  <a:srgbClr val="00B050"/>
                </a:solidFill>
              </a:rPr>
              <a:t>investigación teórica</a:t>
            </a:r>
            <a:r>
              <a:rPr lang="es-ES"/>
              <a:t>, consultando bibliografía sobre educación ambiental y el uso de programas como Godot Engine. Con estos conocimientos, procedimos al </a:t>
            </a:r>
            <a:r>
              <a:rPr b="1" lang="es-ES">
                <a:solidFill>
                  <a:srgbClr val="00B050"/>
                </a:solidFill>
              </a:rPr>
              <a:t>diseño y desarrollo</a:t>
            </a:r>
            <a:r>
              <a:rPr lang="es-ES">
                <a:solidFill>
                  <a:srgbClr val="00B050"/>
                </a:solidFill>
              </a:rPr>
              <a:t> </a:t>
            </a:r>
            <a:r>
              <a:rPr lang="es-ES"/>
              <a:t>del videojuego, creando personajes, escenarios y mecánicas que representaran acciones sostenibles como el reciclaje y la siembra de árboles.</a:t>
            </a:r>
            <a:endParaRPr/>
          </a:p>
          <a:p>
            <a:pPr indent="0" lvl="0" marL="0" rtl="0" algn="l">
              <a:lnSpc>
                <a:spcPct val="100000"/>
              </a:lnSpc>
              <a:spcBef>
                <a:spcPts val="1200"/>
              </a:spcBef>
              <a:spcAft>
                <a:spcPts val="0"/>
              </a:spcAft>
              <a:buClr>
                <a:schemeClr val="dk1"/>
              </a:buClr>
              <a:buSzPts val="2000"/>
              <a:buNone/>
            </a:pPr>
            <a:r>
              <a:rPr lang="es-ES"/>
              <a:t>En la etapa de </a:t>
            </a:r>
            <a:r>
              <a:rPr b="1" lang="es-ES">
                <a:solidFill>
                  <a:srgbClr val="00B050"/>
                </a:solidFill>
              </a:rPr>
              <a:t>experimentación</a:t>
            </a:r>
            <a:r>
              <a:rPr lang="es-ES"/>
              <a:t>, se llevaron a cabo pruebas internas y pruebas piloto con estudiantes, para observar su reacción y evaluar si comprendían los mensajes ambientales. Finalmente, se hizo el </a:t>
            </a:r>
            <a:r>
              <a:rPr b="1" lang="es-ES">
                <a:solidFill>
                  <a:srgbClr val="00B050"/>
                </a:solidFill>
              </a:rPr>
              <a:t>análisis de resultados</a:t>
            </a:r>
            <a:r>
              <a:rPr lang="es-ES">
                <a:solidFill>
                  <a:srgbClr val="00B050"/>
                </a:solidFill>
              </a:rPr>
              <a:t> </a:t>
            </a:r>
            <a:r>
              <a:rPr lang="es-ES"/>
              <a:t>y la </a:t>
            </a:r>
            <a:r>
              <a:rPr b="1" lang="es-ES">
                <a:solidFill>
                  <a:srgbClr val="00B050"/>
                </a:solidFill>
              </a:rPr>
              <a:t>conclusión</a:t>
            </a:r>
            <a:r>
              <a:rPr lang="es-ES"/>
              <a:t>, confirmando que el videojuego es una herramienta que facilita la enseñanza ambiental y fomenta la participación de los jóvenes.</a:t>
            </a:r>
            <a:endParaRPr/>
          </a:p>
          <a:p>
            <a:pPr indent="0" lvl="0" marL="0" rtl="0" algn="l">
              <a:lnSpc>
                <a:spcPct val="100000"/>
              </a:lnSpc>
              <a:spcBef>
                <a:spcPts val="1200"/>
              </a:spcBef>
              <a:spcAft>
                <a:spcPts val="0"/>
              </a:spcAft>
              <a:buClr>
                <a:schemeClr val="dk1"/>
              </a:buClr>
              <a:buSzPts val="2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16"/>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Arial"/>
              <a:buNone/>
            </a:pPr>
            <a:r>
              <a:rPr lang="es-ES"/>
              <a:t>DESARROLLO DEL PROYECTO</a:t>
            </a:r>
            <a:endParaRPr/>
          </a:p>
        </p:txBody>
      </p:sp>
      <p:pic>
        <p:nvPicPr>
          <p:cNvPr id="546" name="Google Shape;546;p16"/>
          <p:cNvPicPr preferRelativeResize="0"/>
          <p:nvPr>
            <p:ph idx="2" type="pic"/>
          </p:nvPr>
        </p:nvPicPr>
        <p:blipFill rotWithShape="1">
          <a:blip r:embed="rId3">
            <a:alphaModFix/>
          </a:blip>
          <a:srcRect b="0" l="15304" r="15304" t="0"/>
          <a:stretch/>
        </p:blipFill>
        <p:spPr>
          <a:xfrm>
            <a:off x="7625969" y="-9144"/>
            <a:ext cx="4581525" cy="686714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pic>
        <p:nvPicPr>
          <p:cNvPr id="551" name="Google Shape;551;p17"/>
          <p:cNvPicPr preferRelativeResize="0"/>
          <p:nvPr>
            <p:ph idx="1" type="body"/>
          </p:nvPr>
        </p:nvPicPr>
        <p:blipFill rotWithShape="1">
          <a:blip r:embed="rId3">
            <a:alphaModFix/>
          </a:blip>
          <a:srcRect b="0" l="0" r="0" t="0"/>
          <a:stretch/>
        </p:blipFill>
        <p:spPr>
          <a:xfrm>
            <a:off x="1" y="0"/>
            <a:ext cx="4038600" cy="6857999"/>
          </a:xfrm>
          <a:prstGeom prst="rect">
            <a:avLst/>
          </a:prstGeom>
          <a:noFill/>
          <a:ln>
            <a:noFill/>
          </a:ln>
        </p:spPr>
      </p:pic>
      <p:sp>
        <p:nvSpPr>
          <p:cNvPr id="552" name="Google Shape;552;p17"/>
          <p:cNvSpPr txBox="1"/>
          <p:nvPr>
            <p:ph idx="2" type="body"/>
          </p:nvPr>
        </p:nvSpPr>
        <p:spPr>
          <a:xfrm>
            <a:off x="4335781" y="344775"/>
            <a:ext cx="7635240" cy="68579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ES"/>
              <a:t>Nuestro trabajo se desarrolló siguiendo un proceso de investigación y desarrollo tecnológico. En primer lugar, identificamos el problema de la falta de conciencia ambiental en los jóvenes y planteamos la necesidad de una herramienta innovadora que fuera de su interés. Posteriormente, realizamos una búsqueda bibliográfica y consulta de diferentes fuentes para fundamentar el proyecto.</a:t>
            </a:r>
            <a:endParaRPr/>
          </a:p>
          <a:p>
            <a:pPr indent="0" lvl="0" marL="0" rtl="0" algn="l">
              <a:lnSpc>
                <a:spcPct val="100000"/>
              </a:lnSpc>
              <a:spcBef>
                <a:spcPts val="1200"/>
              </a:spcBef>
              <a:spcAft>
                <a:spcPts val="0"/>
              </a:spcAft>
              <a:buClr>
                <a:schemeClr val="dk1"/>
              </a:buClr>
              <a:buSzPts val="2000"/>
              <a:buNone/>
            </a:pPr>
            <a:r>
              <a:rPr lang="es-ES"/>
              <a:t>Con estos conocimientos diseñamos la narrativa, los personajes y las mecánicas del videojuego, utilizando el motor de programación </a:t>
            </a:r>
            <a:r>
              <a:rPr b="1" lang="es-ES">
                <a:solidFill>
                  <a:srgbClr val="00B050"/>
                </a:solidFill>
              </a:rPr>
              <a:t>Godot Engine</a:t>
            </a:r>
            <a:r>
              <a:rPr lang="es-ES">
                <a:solidFill>
                  <a:srgbClr val="00B050"/>
                </a:solidFill>
              </a:rPr>
              <a:t> </a:t>
            </a:r>
            <a:r>
              <a:rPr lang="es-ES"/>
              <a:t>y la herramienta</a:t>
            </a:r>
            <a:r>
              <a:rPr lang="es-ES">
                <a:solidFill>
                  <a:srgbClr val="00B050"/>
                </a:solidFill>
              </a:rPr>
              <a:t> </a:t>
            </a:r>
            <a:r>
              <a:rPr b="1" lang="es-ES">
                <a:solidFill>
                  <a:srgbClr val="00B050"/>
                </a:solidFill>
              </a:rPr>
              <a:t>Git</a:t>
            </a:r>
            <a:r>
              <a:rPr lang="es-ES">
                <a:solidFill>
                  <a:srgbClr val="00B050"/>
                </a:solidFill>
              </a:rPr>
              <a:t> </a:t>
            </a:r>
            <a:r>
              <a:rPr lang="es-ES"/>
              <a:t>para el control de versiones. Durante la etapa de desarrollo construimos un prototipo funcional que incluye actividades como reciclar y sembrar árboles.</a:t>
            </a:r>
            <a:endParaRPr/>
          </a:p>
          <a:p>
            <a:pPr indent="0" lvl="0" marL="0" rtl="0" algn="l">
              <a:lnSpc>
                <a:spcPct val="100000"/>
              </a:lnSpc>
              <a:spcBef>
                <a:spcPts val="1200"/>
              </a:spcBef>
              <a:spcAft>
                <a:spcPts val="0"/>
              </a:spcAft>
              <a:buClr>
                <a:schemeClr val="dk1"/>
              </a:buClr>
              <a:buSzPts val="2000"/>
              <a:buNone/>
            </a:pPr>
            <a:r>
              <a:rPr lang="es-ES"/>
              <a:t>Finalmente, llevamos a cabo pruebas internas y pruebas piloto con estudiantes, con el fin de obtener retroalimentación y realizar mejoras. Este proceso permitió combinar creatividad  para dar como resultado un videojuego educativo que busca fomentar valores y prácticas sostenibles en los jóvenes.</a:t>
            </a:r>
            <a:endParaRPr/>
          </a:p>
          <a:p>
            <a:pPr indent="0" lvl="0" marL="0" rtl="0" algn="l">
              <a:lnSpc>
                <a:spcPct val="100000"/>
              </a:lnSpc>
              <a:spcBef>
                <a:spcPts val="1200"/>
              </a:spcBef>
              <a:spcAft>
                <a:spcPts val="0"/>
              </a:spcAft>
              <a:buClr>
                <a:schemeClr val="dk1"/>
              </a:buClr>
              <a:buSzPts val="2000"/>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18"/>
          <p:cNvSpPr txBox="1"/>
          <p:nvPr>
            <p:ph type="title"/>
          </p:nvPr>
        </p:nvSpPr>
        <p:spPr>
          <a:xfrm>
            <a:off x="5436433" y="1610868"/>
            <a:ext cx="5864352" cy="3621024"/>
          </a:xfrm>
          <a:prstGeom prst="rect">
            <a:avLst/>
          </a:prstGeom>
          <a:noFill/>
          <a:ln>
            <a:noFill/>
          </a:ln>
        </p:spPr>
        <p:txBody>
          <a:bodyPr anchorCtr="0" anchor="b"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lang="es-ES"/>
              <a:t>EXPLICACIÓN RESUMEN DEL TRABAJO REALIZADO Y SUS LOGROS. PASOS EN EL DESARROLLO PUEDE ESTAR ACOMPAÑADO DE LOS AVANCES LOGRADOS </a:t>
            </a:r>
            <a:endParaRPr/>
          </a:p>
        </p:txBody>
      </p:sp>
      <p:pic>
        <p:nvPicPr>
          <p:cNvPr id="558" name="Google Shape;558;p18"/>
          <p:cNvPicPr preferRelativeResize="0"/>
          <p:nvPr>
            <p:ph idx="2" type="pic"/>
          </p:nvPr>
        </p:nvPicPr>
        <p:blipFill rotWithShape="1">
          <a:blip r:embed="rId3">
            <a:alphaModFix/>
          </a:blip>
          <a:srcRect b="0" l="15304" r="15304" t="0"/>
          <a:stretch/>
        </p:blipFill>
        <p:spPr>
          <a:xfrm>
            <a:off x="-15240" y="-15240"/>
            <a:ext cx="4581525" cy="68732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pic>
        <p:nvPicPr>
          <p:cNvPr id="563" name="Google Shape;563;p19"/>
          <p:cNvPicPr preferRelativeResize="0"/>
          <p:nvPr>
            <p:ph idx="1" type="body"/>
          </p:nvPr>
        </p:nvPicPr>
        <p:blipFill rotWithShape="1">
          <a:blip r:embed="rId3">
            <a:alphaModFix/>
          </a:blip>
          <a:srcRect b="0" l="0" r="0" t="0"/>
          <a:stretch/>
        </p:blipFill>
        <p:spPr>
          <a:xfrm>
            <a:off x="1" y="0"/>
            <a:ext cx="4038600" cy="6858000"/>
          </a:xfrm>
          <a:prstGeom prst="rect">
            <a:avLst/>
          </a:prstGeom>
          <a:noFill/>
          <a:ln>
            <a:noFill/>
          </a:ln>
        </p:spPr>
      </p:pic>
      <p:sp>
        <p:nvSpPr>
          <p:cNvPr id="564" name="Google Shape;564;p19"/>
          <p:cNvSpPr txBox="1"/>
          <p:nvPr>
            <p:ph idx="2" type="body"/>
          </p:nvPr>
        </p:nvSpPr>
        <p:spPr>
          <a:xfrm>
            <a:off x="4646701" y="792883"/>
            <a:ext cx="6192838" cy="5606321"/>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ES"/>
              <a:t>El proyecto consistió en la creación de un videojuego educativo en Godot Engine, cuyo propósito fue fomentar la conciencia ambiental en jóvenes mayores de 10 años. El trabajo se inició con la identificación del problema: la falta de interés en los temas ambientales debido a métodos de enseñanza poco atractivos. A partir de esta situación, se diseñó un videojuego que combina mecánicas lúdicas con actividades sostenibles como reciclar, sembrar árboles y cuidar los recursos naturales. </a:t>
            </a:r>
            <a:endParaRPr/>
          </a:p>
          <a:p>
            <a:pPr indent="0" lvl="0" marL="0" rtl="0" algn="l">
              <a:lnSpc>
                <a:spcPct val="100000"/>
              </a:lnSpc>
              <a:spcBef>
                <a:spcPts val="1200"/>
              </a:spcBef>
              <a:spcAft>
                <a:spcPts val="0"/>
              </a:spcAft>
              <a:buClr>
                <a:schemeClr val="dk1"/>
              </a:buClr>
              <a:buSzPts val="2000"/>
              <a:buNone/>
            </a:pPr>
            <a:r>
              <a:rPr lang="es-ES"/>
              <a:t>Los logros fuero la creación del videojuego educativo  y un juego en una plataforma innovadora como Godot engine</a:t>
            </a:r>
            <a:endParaRPr/>
          </a:p>
          <a:p>
            <a:pPr indent="0" lvl="0" marL="0" rtl="0" algn="l">
              <a:lnSpc>
                <a:spcPct val="100000"/>
              </a:lnSpc>
              <a:spcBef>
                <a:spcPts val="1200"/>
              </a:spcBef>
              <a:spcAft>
                <a:spcPts val="0"/>
              </a:spcAft>
              <a:buClr>
                <a:schemeClr val="dk1"/>
              </a:buClr>
              <a:buSzPts val="20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grpSp>
        <p:nvGrpSpPr>
          <p:cNvPr id="569" name="Google Shape;569;p20"/>
          <p:cNvGrpSpPr/>
          <p:nvPr/>
        </p:nvGrpSpPr>
        <p:grpSpPr>
          <a:xfrm>
            <a:off x="939834" y="3051953"/>
            <a:ext cx="2137833" cy="1068916"/>
            <a:chOff x="2116" y="2482188"/>
            <a:chExt cx="2137833" cy="1068916"/>
          </a:xfrm>
        </p:grpSpPr>
        <p:sp>
          <p:nvSpPr>
            <p:cNvPr id="570" name="Google Shape;570;p20"/>
            <p:cNvSpPr/>
            <p:nvPr/>
          </p:nvSpPr>
          <p:spPr>
            <a:xfrm>
              <a:off x="2116" y="2482188"/>
              <a:ext cx="2137833" cy="1068916"/>
            </a:xfrm>
            <a:prstGeom prst="roundRect">
              <a:avLst>
                <a:gd fmla="val 10000" name="adj"/>
              </a:avLst>
            </a:prstGeom>
            <a:solidFill>
              <a:srgbClr val="0070C0"/>
            </a:solidFill>
            <a:ln cap="flat" cmpd="sng" w="15875">
              <a:solidFill>
                <a:srgbClr val="D0EEF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71" name="Google Shape;571;p20"/>
            <p:cNvSpPr txBox="1"/>
            <p:nvPr/>
          </p:nvSpPr>
          <p:spPr>
            <a:xfrm>
              <a:off x="33423" y="2513495"/>
              <a:ext cx="2075219" cy="100630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0" i="0" lang="es-ES" sz="1800" u="none" cap="none" strike="noStrike">
                  <a:solidFill>
                    <a:srgbClr val="FFFFFF"/>
                  </a:solidFill>
                  <a:latin typeface="Consolas"/>
                  <a:ea typeface="Consolas"/>
                  <a:cs typeface="Consolas"/>
                  <a:sym typeface="Consolas"/>
                </a:rPr>
                <a:t>Recomendaciones del proyecto</a:t>
              </a:r>
              <a:endParaRPr b="0" i="0" sz="1400" u="none" cap="none" strike="noStrike">
                <a:solidFill>
                  <a:srgbClr val="000000"/>
                </a:solidFill>
                <a:latin typeface="Arial"/>
                <a:ea typeface="Arial"/>
                <a:cs typeface="Arial"/>
                <a:sym typeface="Arial"/>
              </a:endParaRPr>
            </a:p>
          </p:txBody>
        </p:sp>
      </p:grpSp>
      <p:grpSp>
        <p:nvGrpSpPr>
          <p:cNvPr id="572" name="Google Shape;572;p20"/>
          <p:cNvGrpSpPr/>
          <p:nvPr/>
        </p:nvGrpSpPr>
        <p:grpSpPr>
          <a:xfrm>
            <a:off x="3932801" y="2130013"/>
            <a:ext cx="2137833" cy="1068916"/>
            <a:chOff x="2995083" y="1560248"/>
            <a:chExt cx="2137833" cy="1068916"/>
          </a:xfrm>
        </p:grpSpPr>
        <p:sp>
          <p:nvSpPr>
            <p:cNvPr id="573" name="Google Shape;573;p20"/>
            <p:cNvSpPr/>
            <p:nvPr/>
          </p:nvSpPr>
          <p:spPr>
            <a:xfrm>
              <a:off x="2995083" y="1560248"/>
              <a:ext cx="2137833" cy="1068916"/>
            </a:xfrm>
            <a:prstGeom prst="roundRect">
              <a:avLst>
                <a:gd fmla="val 10000" name="adj"/>
              </a:avLst>
            </a:prstGeom>
            <a:solidFill>
              <a:srgbClr val="65747C"/>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74" name="Google Shape;574;p20"/>
            <p:cNvSpPr txBox="1"/>
            <p:nvPr/>
          </p:nvSpPr>
          <p:spPr>
            <a:xfrm>
              <a:off x="3026390" y="1591555"/>
              <a:ext cx="2075219" cy="100630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0" i="0" lang="es-ES" sz="1800" u="none" cap="none" strike="noStrike">
                  <a:solidFill>
                    <a:srgbClr val="FFFFFF"/>
                  </a:solidFill>
                  <a:latin typeface="Consolas"/>
                  <a:ea typeface="Consolas"/>
                  <a:cs typeface="Consolas"/>
                  <a:sym typeface="Consolas"/>
                </a:rPr>
                <a:t>tecnológica</a:t>
              </a:r>
              <a:endParaRPr b="0" i="0" sz="1400" u="none" cap="none" strike="noStrike">
                <a:solidFill>
                  <a:srgbClr val="000000"/>
                </a:solidFill>
                <a:latin typeface="Arial"/>
                <a:ea typeface="Arial"/>
                <a:cs typeface="Arial"/>
                <a:sym typeface="Arial"/>
              </a:endParaRPr>
            </a:p>
          </p:txBody>
        </p:sp>
      </p:grpSp>
      <p:grpSp>
        <p:nvGrpSpPr>
          <p:cNvPr id="575" name="Google Shape;575;p20"/>
          <p:cNvGrpSpPr/>
          <p:nvPr/>
        </p:nvGrpSpPr>
        <p:grpSpPr>
          <a:xfrm>
            <a:off x="6925767" y="1044509"/>
            <a:ext cx="2281239" cy="1282346"/>
            <a:chOff x="5988049" y="945620"/>
            <a:chExt cx="2137834" cy="1077035"/>
          </a:xfrm>
        </p:grpSpPr>
        <p:sp>
          <p:nvSpPr>
            <p:cNvPr id="576" name="Google Shape;576;p20"/>
            <p:cNvSpPr/>
            <p:nvPr/>
          </p:nvSpPr>
          <p:spPr>
            <a:xfrm>
              <a:off x="5988050" y="945620"/>
              <a:ext cx="2137833" cy="1068916"/>
            </a:xfrm>
            <a:prstGeom prst="roundRect">
              <a:avLst>
                <a:gd fmla="val 10000" name="adj"/>
              </a:avLst>
            </a:prstGeom>
            <a:solidFill>
              <a:srgbClr val="00B050"/>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77" name="Google Shape;577;p20"/>
            <p:cNvSpPr txBox="1"/>
            <p:nvPr/>
          </p:nvSpPr>
          <p:spPr>
            <a:xfrm>
              <a:off x="5988049" y="1016353"/>
              <a:ext cx="2075219" cy="100630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0" i="0" lang="es-ES" sz="1800" u="none" cap="none" strike="noStrike">
                  <a:solidFill>
                    <a:srgbClr val="FFFFFF"/>
                  </a:solidFill>
                  <a:latin typeface="Consolas"/>
                  <a:ea typeface="Consolas"/>
                  <a:cs typeface="Consolas"/>
                  <a:sym typeface="Consolas"/>
                </a:rPr>
                <a:t>Mejorar el videojuego con nuevos niveles y más mecánicas ambientales.</a:t>
              </a:r>
              <a:endParaRPr b="0" i="0" sz="1800" u="none" cap="none" strike="noStrike">
                <a:solidFill>
                  <a:srgbClr val="FFFFFF"/>
                </a:solidFill>
                <a:latin typeface="Consolas"/>
                <a:ea typeface="Consolas"/>
                <a:cs typeface="Consolas"/>
                <a:sym typeface="Consolas"/>
              </a:endParaRPr>
            </a:p>
          </p:txBody>
        </p:sp>
      </p:grpSp>
      <p:grpSp>
        <p:nvGrpSpPr>
          <p:cNvPr id="578" name="Google Shape;578;p20"/>
          <p:cNvGrpSpPr/>
          <p:nvPr/>
        </p:nvGrpSpPr>
        <p:grpSpPr>
          <a:xfrm>
            <a:off x="6889633" y="2412459"/>
            <a:ext cx="2467450" cy="1272679"/>
            <a:chOff x="5988050" y="2174875"/>
            <a:chExt cx="2137833" cy="1068916"/>
          </a:xfrm>
        </p:grpSpPr>
        <p:sp>
          <p:nvSpPr>
            <p:cNvPr id="579" name="Google Shape;579;p20"/>
            <p:cNvSpPr/>
            <p:nvPr/>
          </p:nvSpPr>
          <p:spPr>
            <a:xfrm>
              <a:off x="5988050" y="2174875"/>
              <a:ext cx="2137833" cy="1068916"/>
            </a:xfrm>
            <a:prstGeom prst="roundRect">
              <a:avLst>
                <a:gd fmla="val 10000" name="adj"/>
              </a:avLst>
            </a:prstGeom>
            <a:solidFill>
              <a:srgbClr val="00B050"/>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80" name="Google Shape;580;p20"/>
            <p:cNvSpPr txBox="1"/>
            <p:nvPr/>
          </p:nvSpPr>
          <p:spPr>
            <a:xfrm>
              <a:off x="6019357" y="2206182"/>
              <a:ext cx="2075219" cy="100630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0" i="0" lang="es-ES" sz="1800" u="none" cap="none" strike="noStrike">
                  <a:solidFill>
                    <a:srgbClr val="FFFFFF"/>
                  </a:solidFill>
                  <a:latin typeface="Consolas"/>
                  <a:ea typeface="Consolas"/>
                  <a:cs typeface="Consolas"/>
                  <a:sym typeface="Consolas"/>
                </a:rPr>
                <a:t>Mejorar el videojuego con nuevos niveles y más mecánicas ambientales.</a:t>
              </a:r>
              <a:endParaRPr b="0" i="0" sz="1800" u="none" cap="none" strike="noStrike">
                <a:solidFill>
                  <a:srgbClr val="FFFFFF"/>
                </a:solidFill>
                <a:latin typeface="Consolas"/>
                <a:ea typeface="Consolas"/>
                <a:cs typeface="Consolas"/>
                <a:sym typeface="Consolas"/>
              </a:endParaRPr>
            </a:p>
          </p:txBody>
        </p:sp>
      </p:grpSp>
      <p:grpSp>
        <p:nvGrpSpPr>
          <p:cNvPr id="581" name="Google Shape;581;p20"/>
          <p:cNvGrpSpPr/>
          <p:nvPr/>
        </p:nvGrpSpPr>
        <p:grpSpPr>
          <a:xfrm>
            <a:off x="3932801" y="3973894"/>
            <a:ext cx="2137833" cy="1068916"/>
            <a:chOff x="2995083" y="3404129"/>
            <a:chExt cx="2137833" cy="1068916"/>
          </a:xfrm>
        </p:grpSpPr>
        <p:sp>
          <p:nvSpPr>
            <p:cNvPr id="582" name="Google Shape;582;p20"/>
            <p:cNvSpPr/>
            <p:nvPr/>
          </p:nvSpPr>
          <p:spPr>
            <a:xfrm>
              <a:off x="2995083" y="3404129"/>
              <a:ext cx="2137833" cy="1068916"/>
            </a:xfrm>
            <a:prstGeom prst="roundRect">
              <a:avLst>
                <a:gd fmla="val 10000" name="adj"/>
              </a:avLst>
            </a:prstGeom>
            <a:solidFill>
              <a:srgbClr val="65747C"/>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83" name="Google Shape;583;p20"/>
            <p:cNvSpPr txBox="1"/>
            <p:nvPr/>
          </p:nvSpPr>
          <p:spPr>
            <a:xfrm>
              <a:off x="3026390" y="3435436"/>
              <a:ext cx="2075219" cy="1006302"/>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Consolas"/>
                <a:buNone/>
              </a:pPr>
              <a:r>
                <a:rPr b="0" i="0" lang="es-ES" sz="1800" u="none" cap="none" strike="noStrike">
                  <a:solidFill>
                    <a:srgbClr val="FFFFFF"/>
                  </a:solidFill>
                  <a:latin typeface="Consolas"/>
                  <a:ea typeface="Consolas"/>
                  <a:cs typeface="Consolas"/>
                  <a:sym typeface="Consolas"/>
                </a:rPr>
                <a:t>Académica y social</a:t>
              </a:r>
              <a:endParaRPr b="0" i="0" sz="1400" u="none" cap="none" strike="noStrike">
                <a:solidFill>
                  <a:srgbClr val="000000"/>
                </a:solidFill>
                <a:latin typeface="Arial"/>
                <a:ea typeface="Arial"/>
                <a:cs typeface="Arial"/>
                <a:sym typeface="Arial"/>
              </a:endParaRPr>
            </a:p>
          </p:txBody>
        </p:sp>
      </p:grpSp>
      <p:grpSp>
        <p:nvGrpSpPr>
          <p:cNvPr id="584" name="Google Shape;584;p20"/>
          <p:cNvGrpSpPr/>
          <p:nvPr/>
        </p:nvGrpSpPr>
        <p:grpSpPr>
          <a:xfrm>
            <a:off x="6925767" y="3875129"/>
            <a:ext cx="2652713" cy="1606021"/>
            <a:chOff x="5988050" y="3404129"/>
            <a:chExt cx="2169140" cy="1100221"/>
          </a:xfrm>
        </p:grpSpPr>
        <p:sp>
          <p:nvSpPr>
            <p:cNvPr id="585" name="Google Shape;585;p20"/>
            <p:cNvSpPr/>
            <p:nvPr/>
          </p:nvSpPr>
          <p:spPr>
            <a:xfrm>
              <a:off x="5988050" y="3404129"/>
              <a:ext cx="2137833" cy="1068916"/>
            </a:xfrm>
            <a:prstGeom prst="roundRect">
              <a:avLst>
                <a:gd fmla="val 10000" name="adj"/>
              </a:avLst>
            </a:prstGeom>
            <a:solidFill>
              <a:srgbClr val="00B050"/>
            </a:solidFill>
            <a:ln cap="flat" cmpd="sng" w="158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venir"/>
                <a:ea typeface="Avenir"/>
                <a:cs typeface="Avenir"/>
                <a:sym typeface="Avenir"/>
              </a:endParaRPr>
            </a:p>
          </p:txBody>
        </p:sp>
        <p:sp>
          <p:nvSpPr>
            <p:cNvPr id="586" name="Google Shape;586;p20"/>
            <p:cNvSpPr txBox="1"/>
            <p:nvPr/>
          </p:nvSpPr>
          <p:spPr>
            <a:xfrm>
              <a:off x="6019357" y="3435435"/>
              <a:ext cx="2137833" cy="1068915"/>
            </a:xfrm>
            <a:prstGeom prst="rect">
              <a:avLst/>
            </a:prstGeom>
            <a:noFill/>
            <a:ln>
              <a:noFill/>
            </a:ln>
          </p:spPr>
          <p:txBody>
            <a:bodyPr anchorCtr="0" anchor="ctr" bIns="11425" lIns="11425" spcFirstLastPara="1" rIns="11425" wrap="square" tIns="11425">
              <a:noAutofit/>
            </a:bodyPr>
            <a:lstStyle/>
            <a:p>
              <a:pPr indent="0" lvl="0" marL="0" marR="0" rtl="0" algn="ctr">
                <a:lnSpc>
                  <a:spcPct val="90000"/>
                </a:lnSpc>
                <a:spcBef>
                  <a:spcPts val="0"/>
                </a:spcBef>
                <a:spcAft>
                  <a:spcPts val="0"/>
                </a:spcAft>
                <a:buClr>
                  <a:srgbClr val="FFFFFF"/>
                </a:buClr>
                <a:buSzPts val="1800"/>
                <a:buFont typeface="Arial"/>
                <a:buNone/>
              </a:pPr>
              <a:r>
                <a:rPr b="0" i="0" lang="es-ES" sz="1800" u="none" cap="none" strike="noStrike">
                  <a:solidFill>
                    <a:srgbClr val="FFFFFF"/>
                  </a:solidFill>
                  <a:latin typeface="Consolas"/>
                  <a:ea typeface="Consolas"/>
                  <a:cs typeface="Consolas"/>
                  <a:sym typeface="Consolas"/>
                </a:rPr>
                <a:t>Realizar talleres de retroalimentación con los estudiantes para mejorar la propuesta</a:t>
              </a:r>
              <a:r>
                <a:rPr b="0" i="0" lang="es-ES" sz="1800" u="none" cap="none" strike="noStrike">
                  <a:solidFill>
                    <a:srgbClr val="FFFFFF"/>
                  </a:solidFill>
                  <a:latin typeface="Twentieth Century"/>
                  <a:ea typeface="Twentieth Century"/>
                  <a:cs typeface="Twentieth Century"/>
                  <a:sym typeface="Twentieth Century"/>
                </a:rPr>
                <a:t>.</a:t>
              </a:r>
              <a:endParaRPr b="0" i="0" sz="1800" u="none" cap="none" strike="noStrike">
                <a:solidFill>
                  <a:srgbClr val="FFFFFF"/>
                </a:solidFill>
                <a:latin typeface="Twentieth Century"/>
                <a:ea typeface="Twentieth Century"/>
                <a:cs typeface="Twentieth Century"/>
                <a:sym typeface="Twentieth Century"/>
              </a:endParaRPr>
            </a:p>
          </p:txBody>
        </p:sp>
      </p:grpSp>
      <p:cxnSp>
        <p:nvCxnSpPr>
          <p:cNvPr id="587" name="Google Shape;587;p20"/>
          <p:cNvCxnSpPr>
            <a:stCxn id="571" idx="3"/>
            <a:endCxn id="574" idx="1"/>
          </p:cNvCxnSpPr>
          <p:nvPr/>
        </p:nvCxnSpPr>
        <p:spPr>
          <a:xfrm flipH="1" rot="10800000">
            <a:off x="3046360" y="2664511"/>
            <a:ext cx="917700" cy="921900"/>
          </a:xfrm>
          <a:prstGeom prst="straightConnector1">
            <a:avLst/>
          </a:prstGeom>
          <a:noFill/>
          <a:ln cap="flat" cmpd="sng" w="9525">
            <a:solidFill>
              <a:srgbClr val="1CADE4"/>
            </a:solidFill>
            <a:prstDash val="solid"/>
            <a:round/>
            <a:headEnd len="sm" w="sm" type="none"/>
            <a:tailEnd len="sm" w="sm" type="none"/>
          </a:ln>
        </p:spPr>
      </p:cxnSp>
      <p:cxnSp>
        <p:nvCxnSpPr>
          <p:cNvPr id="588" name="Google Shape;588;p20"/>
          <p:cNvCxnSpPr>
            <a:stCxn id="570" idx="3"/>
            <a:endCxn id="583" idx="1"/>
          </p:cNvCxnSpPr>
          <p:nvPr/>
        </p:nvCxnSpPr>
        <p:spPr>
          <a:xfrm>
            <a:off x="3077667" y="3586411"/>
            <a:ext cx="886500" cy="921900"/>
          </a:xfrm>
          <a:prstGeom prst="straightConnector1">
            <a:avLst/>
          </a:prstGeom>
          <a:noFill/>
          <a:ln cap="flat" cmpd="sng" w="9525">
            <a:solidFill>
              <a:srgbClr val="1CADE4"/>
            </a:solidFill>
            <a:prstDash val="solid"/>
            <a:round/>
            <a:headEnd len="sm" w="sm" type="none"/>
            <a:tailEnd len="sm" w="sm" type="none"/>
          </a:ln>
        </p:spPr>
      </p:cxnSp>
      <p:cxnSp>
        <p:nvCxnSpPr>
          <p:cNvPr id="589" name="Google Shape;589;p20"/>
          <p:cNvCxnSpPr>
            <a:stCxn id="574" idx="3"/>
            <a:endCxn id="577" idx="1"/>
          </p:cNvCxnSpPr>
          <p:nvPr/>
        </p:nvCxnSpPr>
        <p:spPr>
          <a:xfrm flipH="1" rot="10800000">
            <a:off x="6039327" y="1727871"/>
            <a:ext cx="886500" cy="936600"/>
          </a:xfrm>
          <a:prstGeom prst="straightConnector1">
            <a:avLst/>
          </a:prstGeom>
          <a:noFill/>
          <a:ln cap="flat" cmpd="sng" w="9525">
            <a:solidFill>
              <a:srgbClr val="1CADE4"/>
            </a:solidFill>
            <a:prstDash val="solid"/>
            <a:round/>
            <a:headEnd len="sm" w="sm" type="none"/>
            <a:tailEnd len="sm" w="sm" type="none"/>
          </a:ln>
        </p:spPr>
      </p:cxnSp>
      <p:cxnSp>
        <p:nvCxnSpPr>
          <p:cNvPr id="590" name="Google Shape;590;p20"/>
          <p:cNvCxnSpPr>
            <a:stCxn id="574" idx="3"/>
            <a:endCxn id="580" idx="1"/>
          </p:cNvCxnSpPr>
          <p:nvPr/>
        </p:nvCxnSpPr>
        <p:spPr>
          <a:xfrm>
            <a:off x="6039327" y="2664471"/>
            <a:ext cx="886500" cy="384300"/>
          </a:xfrm>
          <a:prstGeom prst="straightConnector1">
            <a:avLst/>
          </a:prstGeom>
          <a:noFill/>
          <a:ln cap="flat" cmpd="sng" w="9525">
            <a:solidFill>
              <a:srgbClr val="1CADE4"/>
            </a:solidFill>
            <a:prstDash val="solid"/>
            <a:round/>
            <a:headEnd len="sm" w="sm" type="none"/>
            <a:tailEnd len="sm" w="sm" type="none"/>
          </a:ln>
        </p:spPr>
      </p:cxnSp>
      <p:cxnSp>
        <p:nvCxnSpPr>
          <p:cNvPr id="591" name="Google Shape;591;p20"/>
          <p:cNvCxnSpPr>
            <a:endCxn id="585" idx="1"/>
          </p:cNvCxnSpPr>
          <p:nvPr/>
        </p:nvCxnSpPr>
        <p:spPr>
          <a:xfrm>
            <a:off x="6070767" y="4409591"/>
            <a:ext cx="855000" cy="245700"/>
          </a:xfrm>
          <a:prstGeom prst="straightConnector1">
            <a:avLst/>
          </a:prstGeom>
          <a:noFill/>
          <a:ln cap="flat" cmpd="sng" w="9525">
            <a:solidFill>
              <a:srgbClr val="1CADE4"/>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21"/>
          <p:cNvSpPr txBox="1"/>
          <p:nvPr>
            <p:ph type="title"/>
          </p:nvPr>
        </p:nvSpPr>
        <p:spPr>
          <a:xfrm>
            <a:off x="902208" y="420624"/>
            <a:ext cx="5864352" cy="3621024"/>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onsolas"/>
              <a:buNone/>
            </a:pPr>
            <a:r>
              <a:rPr lang="es-ES" sz="6000">
                <a:latin typeface="Consolas"/>
                <a:ea typeface="Consolas"/>
                <a:cs typeface="Consolas"/>
                <a:sym typeface="Consolas"/>
              </a:rPr>
              <a:t>CONCLUSIONES</a:t>
            </a:r>
            <a:endParaRPr sz="6000"/>
          </a:p>
        </p:txBody>
      </p:sp>
      <p:pic>
        <p:nvPicPr>
          <p:cNvPr id="597" name="Google Shape;597;p21"/>
          <p:cNvPicPr preferRelativeResize="0"/>
          <p:nvPr>
            <p:ph idx="2" type="pic"/>
          </p:nvPr>
        </p:nvPicPr>
        <p:blipFill rotWithShape="1">
          <a:blip r:embed="rId3">
            <a:alphaModFix/>
          </a:blip>
          <a:srcRect b="0" l="15304" r="15304" t="0"/>
          <a:stretch/>
        </p:blipFill>
        <p:spPr>
          <a:xfrm>
            <a:off x="7625969" y="-9144"/>
            <a:ext cx="4581525" cy="686714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pic>
        <p:nvPicPr>
          <p:cNvPr id="602" name="Google Shape;602;p22"/>
          <p:cNvPicPr preferRelativeResize="0"/>
          <p:nvPr>
            <p:ph idx="1" type="body"/>
          </p:nvPr>
        </p:nvPicPr>
        <p:blipFill rotWithShape="1">
          <a:blip r:embed="rId3">
            <a:alphaModFix/>
          </a:blip>
          <a:srcRect b="0" l="0" r="0" t="0"/>
          <a:stretch/>
        </p:blipFill>
        <p:spPr>
          <a:xfrm>
            <a:off x="1" y="0"/>
            <a:ext cx="4038600" cy="6858000"/>
          </a:xfrm>
          <a:prstGeom prst="rect">
            <a:avLst/>
          </a:prstGeom>
          <a:noFill/>
          <a:ln>
            <a:noFill/>
          </a:ln>
        </p:spPr>
      </p:pic>
      <p:sp>
        <p:nvSpPr>
          <p:cNvPr id="603" name="Google Shape;603;p22"/>
          <p:cNvSpPr txBox="1"/>
          <p:nvPr>
            <p:ph idx="2" type="body"/>
          </p:nvPr>
        </p:nvSpPr>
        <p:spPr>
          <a:xfrm>
            <a:off x="4615597" y="1642507"/>
            <a:ext cx="7075607" cy="5656107"/>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000"/>
              <a:buNone/>
            </a:pPr>
            <a:r>
              <a:rPr lang="es-ES"/>
              <a:t>El desarrollo del videojuego demostró que las herramientas tecnológicas y lúdicas pueden ser una estrategia innovadora y efectiva para fomentar la conciencia ambiental en los jóvenes, logrando mayor interés que los métodos tradicionales. La implementación del proyecto permitió aplicar conocimientos de programación, diseño y trabajo colaborativo, fortaleciendo las competencias técnicas de nuestra ares y mostro el potencial del uso de software libre como Godot Engine en la educación. Las pruebas realizadas evidenciaron que el videojuego puede convertirse en un recurso educativo complementario, capaz de generar  una reflexión en los estudiantes frente al cuidado del medio ambiente.</a:t>
            </a:r>
            <a:endParaRPr/>
          </a:p>
          <a:p>
            <a:pPr indent="0" lvl="0" marL="0" rtl="0" algn="l">
              <a:lnSpc>
                <a:spcPct val="100000"/>
              </a:lnSpc>
              <a:spcBef>
                <a:spcPts val="1200"/>
              </a:spcBef>
              <a:spcAft>
                <a:spcPts val="0"/>
              </a:spcAft>
              <a:buClr>
                <a:schemeClr val="dk1"/>
              </a:buClr>
              <a:buSzPts val="20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23"/>
          <p:cNvSpPr txBox="1"/>
          <p:nvPr>
            <p:ph type="title"/>
          </p:nvPr>
        </p:nvSpPr>
        <p:spPr>
          <a:xfrm>
            <a:off x="641529" y="1089632"/>
            <a:ext cx="5775656" cy="3284932"/>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4000"/>
              <a:buFont typeface="Arial"/>
              <a:buNone/>
            </a:pPr>
            <a:r>
              <a:rPr b="1" i="0" lang="es-ES" sz="4000" u="none" cap="none" strike="noStrike">
                <a:solidFill>
                  <a:schemeClr val="dk1"/>
                </a:solidFill>
                <a:latin typeface="Arial"/>
                <a:ea typeface="Arial"/>
                <a:cs typeface="Arial"/>
                <a:sym typeface="Arial"/>
              </a:rPr>
              <a:t>GRACIAS POR  SU ATENCIÓN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ersonalizar">
  <a:themeElements>
    <a:clrScheme name="Custom 82">
      <a:dk1>
        <a:srgbClr val="000000"/>
      </a:dk1>
      <a:lt1>
        <a:srgbClr val="FFFFFF"/>
      </a:lt1>
      <a:dk2>
        <a:srgbClr val="0A4054"/>
      </a:dk2>
      <a:lt2>
        <a:srgbClr val="E7E6E6"/>
      </a:lt2>
      <a:accent1>
        <a:srgbClr val="66B2B0"/>
      </a:accent1>
      <a:accent2>
        <a:srgbClr val="F2494C"/>
      </a:accent2>
      <a:accent3>
        <a:srgbClr val="F39891"/>
      </a:accent3>
      <a:accent4>
        <a:srgbClr val="F9AA19"/>
      </a:accent4>
      <a:accent5>
        <a:srgbClr val="F9C996"/>
      </a:accent5>
      <a:accent6>
        <a:srgbClr val="9FD1D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2025-10-27T16:59:49Z</dcterms:created>
  <dc:creator>TSPC45</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