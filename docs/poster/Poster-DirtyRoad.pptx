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28800425" cy="511206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0" d="100"/>
          <a:sy n="10" d="100"/>
        </p:scale>
        <p:origin x="2320"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160032" y="8366281"/>
            <a:ext cx="24480361" cy="17797568"/>
          </a:xfrm>
        </p:spPr>
        <p:txBody>
          <a:bodyPr anchor="b"/>
          <a:lstStyle>
            <a:lvl1pPr algn="ctr">
              <a:defRPr sz="18898"/>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600053" y="26850192"/>
            <a:ext cx="21600319" cy="12342326"/>
          </a:xfrm>
        </p:spPr>
        <p:txBody>
          <a:bodyPr/>
          <a:lstStyle>
            <a:lvl1pPr marL="0" indent="0" algn="ctr">
              <a:buNone/>
              <a:defRPr sz="7559"/>
            </a:lvl1pPr>
            <a:lvl2pPr marL="1440043" indent="0" algn="ctr">
              <a:buNone/>
              <a:defRPr sz="6299"/>
            </a:lvl2pPr>
            <a:lvl3pPr marL="2880086" indent="0" algn="ctr">
              <a:buNone/>
              <a:defRPr sz="5669"/>
            </a:lvl3pPr>
            <a:lvl4pPr marL="4320129" indent="0" algn="ctr">
              <a:buNone/>
              <a:defRPr sz="5040"/>
            </a:lvl4pPr>
            <a:lvl5pPr marL="5760171" indent="0" algn="ctr">
              <a:buNone/>
              <a:defRPr sz="5040"/>
            </a:lvl5pPr>
            <a:lvl6pPr marL="7200214" indent="0" algn="ctr">
              <a:buNone/>
              <a:defRPr sz="5040"/>
            </a:lvl6pPr>
            <a:lvl7pPr marL="8640257" indent="0" algn="ctr">
              <a:buNone/>
              <a:defRPr sz="5040"/>
            </a:lvl7pPr>
            <a:lvl8pPr marL="10080300" indent="0" algn="ctr">
              <a:buNone/>
              <a:defRPr sz="5040"/>
            </a:lvl8pPr>
            <a:lvl9pPr marL="11520343" indent="0" algn="ctr">
              <a:buNone/>
              <a:defRPr sz="5040"/>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B75165B2-B0D7-42D0-B268-8E81DC4E02A1}"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5357D8-626C-45B9-A28A-7972F21F9E73}" type="slidenum">
              <a:rPr lang="en-US" smtClean="0"/>
              <a:t>‹Nº›</a:t>
            </a:fld>
            <a:endParaRPr lang="en-US"/>
          </a:p>
        </p:txBody>
      </p:sp>
    </p:spTree>
    <p:extLst>
      <p:ext uri="{BB962C8B-B14F-4D97-AF65-F5344CB8AC3E}">
        <p14:creationId xmlns:p14="http://schemas.microsoft.com/office/powerpoint/2010/main" val="3879738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75165B2-B0D7-42D0-B268-8E81DC4E02A1}"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5357D8-626C-45B9-A28A-7972F21F9E73}" type="slidenum">
              <a:rPr lang="en-US" smtClean="0"/>
              <a:t>‹Nº›</a:t>
            </a:fld>
            <a:endParaRPr lang="en-US"/>
          </a:p>
        </p:txBody>
      </p:sp>
    </p:spTree>
    <p:extLst>
      <p:ext uri="{BB962C8B-B14F-4D97-AF65-F5344CB8AC3E}">
        <p14:creationId xmlns:p14="http://schemas.microsoft.com/office/powerpoint/2010/main" val="2186365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965030" y="12744683"/>
            <a:ext cx="24840367" cy="21264777"/>
          </a:xfrm>
        </p:spPr>
        <p:txBody>
          <a:bodyPr anchor="b"/>
          <a:lstStyle>
            <a:lvl1pPr>
              <a:defRPr sz="18898"/>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965030" y="34210633"/>
            <a:ext cx="24840367" cy="11182644"/>
          </a:xfrm>
        </p:spPr>
        <p:txBody>
          <a:bodyPr/>
          <a:lstStyle>
            <a:lvl1pPr marL="0" indent="0">
              <a:buNone/>
              <a:defRPr sz="7559">
                <a:solidFill>
                  <a:schemeClr val="tx1"/>
                </a:solidFill>
              </a:defRPr>
            </a:lvl1pPr>
            <a:lvl2pPr marL="1440043" indent="0">
              <a:buNone/>
              <a:defRPr sz="6299">
                <a:solidFill>
                  <a:schemeClr val="tx1">
                    <a:tint val="75000"/>
                  </a:schemeClr>
                </a:solidFill>
              </a:defRPr>
            </a:lvl2pPr>
            <a:lvl3pPr marL="2880086" indent="0">
              <a:buNone/>
              <a:defRPr sz="5669">
                <a:solidFill>
                  <a:schemeClr val="tx1">
                    <a:tint val="75000"/>
                  </a:schemeClr>
                </a:solidFill>
              </a:defRPr>
            </a:lvl3pPr>
            <a:lvl4pPr marL="4320129" indent="0">
              <a:buNone/>
              <a:defRPr sz="5040">
                <a:solidFill>
                  <a:schemeClr val="tx1">
                    <a:tint val="75000"/>
                  </a:schemeClr>
                </a:solidFill>
              </a:defRPr>
            </a:lvl4pPr>
            <a:lvl5pPr marL="5760171" indent="0">
              <a:buNone/>
              <a:defRPr sz="5040">
                <a:solidFill>
                  <a:schemeClr val="tx1">
                    <a:tint val="75000"/>
                  </a:schemeClr>
                </a:solidFill>
              </a:defRPr>
            </a:lvl5pPr>
            <a:lvl6pPr marL="7200214" indent="0">
              <a:buNone/>
              <a:defRPr sz="5040">
                <a:solidFill>
                  <a:schemeClr val="tx1">
                    <a:tint val="75000"/>
                  </a:schemeClr>
                </a:solidFill>
              </a:defRPr>
            </a:lvl6pPr>
            <a:lvl7pPr marL="8640257" indent="0">
              <a:buNone/>
              <a:defRPr sz="5040">
                <a:solidFill>
                  <a:schemeClr val="tx1">
                    <a:tint val="75000"/>
                  </a:schemeClr>
                </a:solidFill>
              </a:defRPr>
            </a:lvl7pPr>
            <a:lvl8pPr marL="10080300" indent="0">
              <a:buNone/>
              <a:defRPr sz="5040">
                <a:solidFill>
                  <a:schemeClr val="tx1">
                    <a:tint val="75000"/>
                  </a:schemeClr>
                </a:solidFill>
              </a:defRPr>
            </a:lvl8pPr>
            <a:lvl9pPr marL="11520343" indent="0">
              <a:buNone/>
              <a:defRPr sz="504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75165B2-B0D7-42D0-B268-8E81DC4E02A1}"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5357D8-626C-45B9-A28A-7972F21F9E73}" type="slidenum">
              <a:rPr lang="en-US" smtClean="0"/>
              <a:t>‹Nº›</a:t>
            </a:fld>
            <a:endParaRPr lang="en-US"/>
          </a:p>
        </p:txBody>
      </p:sp>
    </p:spTree>
    <p:extLst>
      <p:ext uri="{BB962C8B-B14F-4D97-AF65-F5344CB8AC3E}">
        <p14:creationId xmlns:p14="http://schemas.microsoft.com/office/powerpoint/2010/main" val="3417461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980029" y="13608513"/>
            <a:ext cx="12240181" cy="32435599"/>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4580215" y="13608513"/>
            <a:ext cx="12240181" cy="32435599"/>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75165B2-B0D7-42D0-B268-8E81DC4E02A1}"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5357D8-626C-45B9-A28A-7972F21F9E73}" type="slidenum">
              <a:rPr lang="en-US" smtClean="0"/>
              <a:t>‹Nº›</a:t>
            </a:fld>
            <a:endParaRPr lang="en-US"/>
          </a:p>
        </p:txBody>
      </p:sp>
    </p:spTree>
    <p:extLst>
      <p:ext uri="{BB962C8B-B14F-4D97-AF65-F5344CB8AC3E}">
        <p14:creationId xmlns:p14="http://schemas.microsoft.com/office/powerpoint/2010/main" val="348709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983780" y="2721714"/>
            <a:ext cx="24840367" cy="9880968"/>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983784" y="12531669"/>
            <a:ext cx="12183928" cy="6141577"/>
          </a:xfrm>
        </p:spPr>
        <p:txBody>
          <a:bodyPr anchor="b"/>
          <a:lstStyle>
            <a:lvl1pPr marL="0" indent="0">
              <a:buNone/>
              <a:defRPr sz="7559" b="1"/>
            </a:lvl1pPr>
            <a:lvl2pPr marL="1440043" indent="0">
              <a:buNone/>
              <a:defRPr sz="6299" b="1"/>
            </a:lvl2pPr>
            <a:lvl3pPr marL="2880086" indent="0">
              <a:buNone/>
              <a:defRPr sz="5669" b="1"/>
            </a:lvl3pPr>
            <a:lvl4pPr marL="4320129" indent="0">
              <a:buNone/>
              <a:defRPr sz="5040" b="1"/>
            </a:lvl4pPr>
            <a:lvl5pPr marL="5760171" indent="0">
              <a:buNone/>
              <a:defRPr sz="5040" b="1"/>
            </a:lvl5pPr>
            <a:lvl6pPr marL="7200214" indent="0">
              <a:buNone/>
              <a:defRPr sz="5040" b="1"/>
            </a:lvl6pPr>
            <a:lvl7pPr marL="8640257" indent="0">
              <a:buNone/>
              <a:defRPr sz="5040" b="1"/>
            </a:lvl7pPr>
            <a:lvl8pPr marL="10080300" indent="0">
              <a:buNone/>
              <a:defRPr sz="5040" b="1"/>
            </a:lvl8pPr>
            <a:lvl9pPr marL="11520343" indent="0">
              <a:buNone/>
              <a:defRPr sz="5040" b="1"/>
            </a:lvl9pPr>
          </a:lstStyle>
          <a:p>
            <a:pPr lvl="0"/>
            <a:r>
              <a:rPr lang="es-ES"/>
              <a:t>Editar el estilo de texto del patrón</a:t>
            </a:r>
          </a:p>
        </p:txBody>
      </p:sp>
      <p:sp>
        <p:nvSpPr>
          <p:cNvPr id="4" name="Content Placeholder 3"/>
          <p:cNvSpPr>
            <a:spLocks noGrp="1"/>
          </p:cNvSpPr>
          <p:nvPr>
            <p:ph sz="half" idx="2"/>
          </p:nvPr>
        </p:nvSpPr>
        <p:spPr>
          <a:xfrm>
            <a:off x="1983784" y="18673247"/>
            <a:ext cx="12183928" cy="27465533"/>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4580217" y="12531669"/>
            <a:ext cx="12243932" cy="6141577"/>
          </a:xfrm>
        </p:spPr>
        <p:txBody>
          <a:bodyPr anchor="b"/>
          <a:lstStyle>
            <a:lvl1pPr marL="0" indent="0">
              <a:buNone/>
              <a:defRPr sz="7559" b="1"/>
            </a:lvl1pPr>
            <a:lvl2pPr marL="1440043" indent="0">
              <a:buNone/>
              <a:defRPr sz="6299" b="1"/>
            </a:lvl2pPr>
            <a:lvl3pPr marL="2880086" indent="0">
              <a:buNone/>
              <a:defRPr sz="5669" b="1"/>
            </a:lvl3pPr>
            <a:lvl4pPr marL="4320129" indent="0">
              <a:buNone/>
              <a:defRPr sz="5040" b="1"/>
            </a:lvl4pPr>
            <a:lvl5pPr marL="5760171" indent="0">
              <a:buNone/>
              <a:defRPr sz="5040" b="1"/>
            </a:lvl5pPr>
            <a:lvl6pPr marL="7200214" indent="0">
              <a:buNone/>
              <a:defRPr sz="5040" b="1"/>
            </a:lvl6pPr>
            <a:lvl7pPr marL="8640257" indent="0">
              <a:buNone/>
              <a:defRPr sz="5040" b="1"/>
            </a:lvl7pPr>
            <a:lvl8pPr marL="10080300" indent="0">
              <a:buNone/>
              <a:defRPr sz="5040" b="1"/>
            </a:lvl8pPr>
            <a:lvl9pPr marL="11520343" indent="0">
              <a:buNone/>
              <a:defRPr sz="5040" b="1"/>
            </a:lvl9pPr>
          </a:lstStyle>
          <a:p>
            <a:pPr lvl="0"/>
            <a:r>
              <a:rPr lang="es-ES"/>
              <a:t>Editar el estilo de texto del patrón</a:t>
            </a:r>
          </a:p>
        </p:txBody>
      </p:sp>
      <p:sp>
        <p:nvSpPr>
          <p:cNvPr id="6" name="Content Placeholder 5"/>
          <p:cNvSpPr>
            <a:spLocks noGrp="1"/>
          </p:cNvSpPr>
          <p:nvPr>
            <p:ph sz="quarter" idx="4"/>
          </p:nvPr>
        </p:nvSpPr>
        <p:spPr>
          <a:xfrm>
            <a:off x="14580217" y="18673247"/>
            <a:ext cx="12243932" cy="27465533"/>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75165B2-B0D7-42D0-B268-8E81DC4E02A1}" type="datetimeFigureOut">
              <a:rPr lang="en-US" smtClean="0"/>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5357D8-626C-45B9-A28A-7972F21F9E73}" type="slidenum">
              <a:rPr lang="en-US" smtClean="0"/>
              <a:t>‹Nº›</a:t>
            </a:fld>
            <a:endParaRPr lang="en-US"/>
          </a:p>
        </p:txBody>
      </p:sp>
    </p:spTree>
    <p:extLst>
      <p:ext uri="{BB962C8B-B14F-4D97-AF65-F5344CB8AC3E}">
        <p14:creationId xmlns:p14="http://schemas.microsoft.com/office/powerpoint/2010/main" val="247846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75165B2-B0D7-42D0-B268-8E81DC4E02A1}" type="datetimeFigureOut">
              <a:rPr lang="en-US" smtClean="0"/>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5357D8-626C-45B9-A28A-7972F21F9E73}" type="slidenum">
              <a:rPr lang="en-US" smtClean="0"/>
              <a:t>‹Nº›</a:t>
            </a:fld>
            <a:endParaRPr lang="en-US"/>
          </a:p>
        </p:txBody>
      </p:sp>
    </p:spTree>
    <p:extLst>
      <p:ext uri="{BB962C8B-B14F-4D97-AF65-F5344CB8AC3E}">
        <p14:creationId xmlns:p14="http://schemas.microsoft.com/office/powerpoint/2010/main" val="4266102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5165B2-B0D7-42D0-B268-8E81DC4E02A1}" type="datetimeFigureOut">
              <a:rPr lang="en-US" smtClean="0"/>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5357D8-626C-45B9-A28A-7972F21F9E73}" type="slidenum">
              <a:rPr lang="en-US" smtClean="0"/>
              <a:t>‹Nº›</a:t>
            </a:fld>
            <a:endParaRPr lang="en-US"/>
          </a:p>
        </p:txBody>
      </p:sp>
    </p:spTree>
    <p:extLst>
      <p:ext uri="{BB962C8B-B14F-4D97-AF65-F5344CB8AC3E}">
        <p14:creationId xmlns:p14="http://schemas.microsoft.com/office/powerpoint/2010/main" val="2988077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83780" y="3408045"/>
            <a:ext cx="9288887" cy="11928158"/>
          </a:xfrm>
        </p:spPr>
        <p:txBody>
          <a:bodyPr anchor="b"/>
          <a:lstStyle>
            <a:lvl1pPr>
              <a:defRPr sz="10079"/>
            </a:lvl1pPr>
          </a:lstStyle>
          <a:p>
            <a:r>
              <a:rPr lang="es-ES"/>
              <a:t>Haga clic para modificar el estilo de título del patrón</a:t>
            </a:r>
            <a:endParaRPr lang="en-US" dirty="0"/>
          </a:p>
        </p:txBody>
      </p:sp>
      <p:sp>
        <p:nvSpPr>
          <p:cNvPr id="3" name="Content Placeholder 2"/>
          <p:cNvSpPr>
            <a:spLocks noGrp="1"/>
          </p:cNvSpPr>
          <p:nvPr>
            <p:ph idx="1"/>
          </p:nvPr>
        </p:nvSpPr>
        <p:spPr>
          <a:xfrm>
            <a:off x="12243932" y="7360442"/>
            <a:ext cx="14580215" cy="36328813"/>
          </a:xfrm>
        </p:spPr>
        <p:txBody>
          <a:bodyPr/>
          <a:lstStyle>
            <a:lvl1pPr>
              <a:defRPr sz="10079"/>
            </a:lvl1pPr>
            <a:lvl2pPr>
              <a:defRPr sz="8819"/>
            </a:lvl2pPr>
            <a:lvl3pPr>
              <a:defRPr sz="7559"/>
            </a:lvl3pPr>
            <a:lvl4pPr>
              <a:defRPr sz="6299"/>
            </a:lvl4pPr>
            <a:lvl5pPr>
              <a:defRPr sz="6299"/>
            </a:lvl5pPr>
            <a:lvl6pPr>
              <a:defRPr sz="6299"/>
            </a:lvl6pPr>
            <a:lvl7pPr>
              <a:defRPr sz="6299"/>
            </a:lvl7pPr>
            <a:lvl8pPr>
              <a:defRPr sz="6299"/>
            </a:lvl8pPr>
            <a:lvl9pPr>
              <a:defRPr sz="6299"/>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983780" y="15336203"/>
            <a:ext cx="9288887" cy="28412212"/>
          </a:xfrm>
        </p:spPr>
        <p:txBody>
          <a:bodyPr/>
          <a:lstStyle>
            <a:lvl1pPr marL="0" indent="0">
              <a:buNone/>
              <a:defRPr sz="5040"/>
            </a:lvl1pPr>
            <a:lvl2pPr marL="1440043" indent="0">
              <a:buNone/>
              <a:defRPr sz="4410"/>
            </a:lvl2pPr>
            <a:lvl3pPr marL="2880086" indent="0">
              <a:buNone/>
              <a:defRPr sz="3780"/>
            </a:lvl3pPr>
            <a:lvl4pPr marL="4320129" indent="0">
              <a:buNone/>
              <a:defRPr sz="3150"/>
            </a:lvl4pPr>
            <a:lvl5pPr marL="5760171" indent="0">
              <a:buNone/>
              <a:defRPr sz="3150"/>
            </a:lvl5pPr>
            <a:lvl6pPr marL="7200214" indent="0">
              <a:buNone/>
              <a:defRPr sz="3150"/>
            </a:lvl6pPr>
            <a:lvl7pPr marL="8640257" indent="0">
              <a:buNone/>
              <a:defRPr sz="3150"/>
            </a:lvl7pPr>
            <a:lvl8pPr marL="10080300" indent="0">
              <a:buNone/>
              <a:defRPr sz="3150"/>
            </a:lvl8pPr>
            <a:lvl9pPr marL="11520343" indent="0">
              <a:buNone/>
              <a:defRPr sz="3150"/>
            </a:lvl9pPr>
          </a:lstStyle>
          <a:p>
            <a:pPr lvl="0"/>
            <a:r>
              <a:rPr lang="es-ES"/>
              <a:t>Editar el estilo de texto del patrón</a:t>
            </a:r>
          </a:p>
        </p:txBody>
      </p:sp>
      <p:sp>
        <p:nvSpPr>
          <p:cNvPr id="5" name="Date Placeholder 4"/>
          <p:cNvSpPr>
            <a:spLocks noGrp="1"/>
          </p:cNvSpPr>
          <p:nvPr>
            <p:ph type="dt" sz="half" idx="10"/>
          </p:nvPr>
        </p:nvSpPr>
        <p:spPr/>
        <p:txBody>
          <a:bodyPr/>
          <a:lstStyle/>
          <a:p>
            <a:fld id="{B75165B2-B0D7-42D0-B268-8E81DC4E02A1}"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5357D8-626C-45B9-A28A-7972F21F9E73}" type="slidenum">
              <a:rPr lang="en-US" smtClean="0"/>
              <a:t>‹Nº›</a:t>
            </a:fld>
            <a:endParaRPr lang="en-US"/>
          </a:p>
        </p:txBody>
      </p:sp>
    </p:spTree>
    <p:extLst>
      <p:ext uri="{BB962C8B-B14F-4D97-AF65-F5344CB8AC3E}">
        <p14:creationId xmlns:p14="http://schemas.microsoft.com/office/powerpoint/2010/main" val="889458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83780" y="3408045"/>
            <a:ext cx="9288887" cy="11928158"/>
          </a:xfrm>
        </p:spPr>
        <p:txBody>
          <a:bodyPr anchor="b"/>
          <a:lstStyle>
            <a:lvl1pPr>
              <a:defRPr sz="10079"/>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2243932" y="7360442"/>
            <a:ext cx="14580215" cy="36328813"/>
          </a:xfrm>
        </p:spPr>
        <p:txBody>
          <a:bodyPr anchor="t"/>
          <a:lstStyle>
            <a:lvl1pPr marL="0" indent="0">
              <a:buNone/>
              <a:defRPr sz="10079"/>
            </a:lvl1pPr>
            <a:lvl2pPr marL="1440043" indent="0">
              <a:buNone/>
              <a:defRPr sz="8819"/>
            </a:lvl2pPr>
            <a:lvl3pPr marL="2880086" indent="0">
              <a:buNone/>
              <a:defRPr sz="7559"/>
            </a:lvl3pPr>
            <a:lvl4pPr marL="4320129" indent="0">
              <a:buNone/>
              <a:defRPr sz="6299"/>
            </a:lvl4pPr>
            <a:lvl5pPr marL="5760171" indent="0">
              <a:buNone/>
              <a:defRPr sz="6299"/>
            </a:lvl5pPr>
            <a:lvl6pPr marL="7200214" indent="0">
              <a:buNone/>
              <a:defRPr sz="6299"/>
            </a:lvl6pPr>
            <a:lvl7pPr marL="8640257" indent="0">
              <a:buNone/>
              <a:defRPr sz="6299"/>
            </a:lvl7pPr>
            <a:lvl8pPr marL="10080300" indent="0">
              <a:buNone/>
              <a:defRPr sz="6299"/>
            </a:lvl8pPr>
            <a:lvl9pPr marL="11520343" indent="0">
              <a:buNone/>
              <a:defRPr sz="6299"/>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983780" y="15336203"/>
            <a:ext cx="9288887" cy="28412212"/>
          </a:xfrm>
        </p:spPr>
        <p:txBody>
          <a:bodyPr/>
          <a:lstStyle>
            <a:lvl1pPr marL="0" indent="0">
              <a:buNone/>
              <a:defRPr sz="5040"/>
            </a:lvl1pPr>
            <a:lvl2pPr marL="1440043" indent="0">
              <a:buNone/>
              <a:defRPr sz="4410"/>
            </a:lvl2pPr>
            <a:lvl3pPr marL="2880086" indent="0">
              <a:buNone/>
              <a:defRPr sz="3780"/>
            </a:lvl3pPr>
            <a:lvl4pPr marL="4320129" indent="0">
              <a:buNone/>
              <a:defRPr sz="3150"/>
            </a:lvl4pPr>
            <a:lvl5pPr marL="5760171" indent="0">
              <a:buNone/>
              <a:defRPr sz="3150"/>
            </a:lvl5pPr>
            <a:lvl6pPr marL="7200214" indent="0">
              <a:buNone/>
              <a:defRPr sz="3150"/>
            </a:lvl6pPr>
            <a:lvl7pPr marL="8640257" indent="0">
              <a:buNone/>
              <a:defRPr sz="3150"/>
            </a:lvl7pPr>
            <a:lvl8pPr marL="10080300" indent="0">
              <a:buNone/>
              <a:defRPr sz="3150"/>
            </a:lvl8pPr>
            <a:lvl9pPr marL="11520343" indent="0">
              <a:buNone/>
              <a:defRPr sz="3150"/>
            </a:lvl9pPr>
          </a:lstStyle>
          <a:p>
            <a:pPr lvl="0"/>
            <a:r>
              <a:rPr lang="es-ES"/>
              <a:t>Editar el estilo de texto del patrón</a:t>
            </a:r>
          </a:p>
        </p:txBody>
      </p:sp>
      <p:sp>
        <p:nvSpPr>
          <p:cNvPr id="5" name="Date Placeholder 4"/>
          <p:cNvSpPr>
            <a:spLocks noGrp="1"/>
          </p:cNvSpPr>
          <p:nvPr>
            <p:ph type="dt" sz="half" idx="10"/>
          </p:nvPr>
        </p:nvSpPr>
        <p:spPr/>
        <p:txBody>
          <a:bodyPr/>
          <a:lstStyle/>
          <a:p>
            <a:fld id="{B75165B2-B0D7-42D0-B268-8E81DC4E02A1}"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5357D8-626C-45B9-A28A-7972F21F9E73}" type="slidenum">
              <a:rPr lang="en-US" smtClean="0"/>
              <a:t>‹Nº›</a:t>
            </a:fld>
            <a:endParaRPr lang="en-US"/>
          </a:p>
        </p:txBody>
      </p:sp>
    </p:spTree>
    <p:extLst>
      <p:ext uri="{BB962C8B-B14F-4D97-AF65-F5344CB8AC3E}">
        <p14:creationId xmlns:p14="http://schemas.microsoft.com/office/powerpoint/2010/main" val="4129839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75165B2-B0D7-42D0-B268-8E81DC4E02A1}"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5357D8-626C-45B9-A28A-7972F21F9E73}" type="slidenum">
              <a:rPr lang="en-US" smtClean="0"/>
              <a:t>‹Nº›</a:t>
            </a:fld>
            <a:endParaRPr lang="en-US"/>
          </a:p>
        </p:txBody>
      </p:sp>
    </p:spTree>
    <p:extLst>
      <p:ext uri="{BB962C8B-B14F-4D97-AF65-F5344CB8AC3E}">
        <p14:creationId xmlns:p14="http://schemas.microsoft.com/office/powerpoint/2010/main" val="497666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610306" y="2721703"/>
            <a:ext cx="6210092" cy="43322409"/>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980031" y="2721703"/>
            <a:ext cx="18270270" cy="43322409"/>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75165B2-B0D7-42D0-B268-8E81DC4E02A1}"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5357D8-626C-45B9-A28A-7972F21F9E73}" type="slidenum">
              <a:rPr lang="en-US" smtClean="0"/>
              <a:t>‹Nº›</a:t>
            </a:fld>
            <a:endParaRPr lang="en-US"/>
          </a:p>
        </p:txBody>
      </p:sp>
    </p:spTree>
    <p:extLst>
      <p:ext uri="{BB962C8B-B14F-4D97-AF65-F5344CB8AC3E}">
        <p14:creationId xmlns:p14="http://schemas.microsoft.com/office/powerpoint/2010/main" val="38480591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0029" y="2721714"/>
            <a:ext cx="24840367" cy="988096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980029" y="13608513"/>
            <a:ext cx="24840367" cy="32435599"/>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980029" y="47381303"/>
            <a:ext cx="6480096" cy="2721703"/>
          </a:xfrm>
          <a:prstGeom prst="rect">
            <a:avLst/>
          </a:prstGeom>
        </p:spPr>
        <p:txBody>
          <a:bodyPr vert="horz" lIns="91440" tIns="45720" rIns="91440" bIns="45720" rtlCol="0" anchor="ctr"/>
          <a:lstStyle>
            <a:lvl1pPr algn="l">
              <a:defRPr sz="3780">
                <a:solidFill>
                  <a:schemeClr val="tx1">
                    <a:tint val="75000"/>
                  </a:schemeClr>
                </a:solidFill>
              </a:defRPr>
            </a:lvl1pPr>
          </a:lstStyle>
          <a:p>
            <a:fld id="{B75165B2-B0D7-42D0-B268-8E81DC4E02A1}" type="datetimeFigureOut">
              <a:rPr lang="en-US" smtClean="0"/>
              <a:t>7/7/2026</a:t>
            </a:fld>
            <a:endParaRPr lang="en-US"/>
          </a:p>
        </p:txBody>
      </p:sp>
      <p:sp>
        <p:nvSpPr>
          <p:cNvPr id="5" name="Footer Placeholder 4"/>
          <p:cNvSpPr>
            <a:spLocks noGrp="1"/>
          </p:cNvSpPr>
          <p:nvPr>
            <p:ph type="ftr" sz="quarter" idx="3"/>
          </p:nvPr>
        </p:nvSpPr>
        <p:spPr>
          <a:xfrm>
            <a:off x="9540141" y="47381303"/>
            <a:ext cx="9720143" cy="2721703"/>
          </a:xfrm>
          <a:prstGeom prst="rect">
            <a:avLst/>
          </a:prstGeom>
        </p:spPr>
        <p:txBody>
          <a:bodyPr vert="horz" lIns="91440" tIns="45720" rIns="91440" bIns="45720" rtlCol="0" anchor="ctr"/>
          <a:lstStyle>
            <a:lvl1pPr algn="ctr">
              <a:defRPr sz="37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0340300" y="47381303"/>
            <a:ext cx="6480096" cy="2721703"/>
          </a:xfrm>
          <a:prstGeom prst="rect">
            <a:avLst/>
          </a:prstGeom>
        </p:spPr>
        <p:txBody>
          <a:bodyPr vert="horz" lIns="91440" tIns="45720" rIns="91440" bIns="45720" rtlCol="0" anchor="ctr"/>
          <a:lstStyle>
            <a:lvl1pPr algn="r">
              <a:defRPr sz="3780">
                <a:solidFill>
                  <a:schemeClr val="tx1">
                    <a:tint val="75000"/>
                  </a:schemeClr>
                </a:solidFill>
              </a:defRPr>
            </a:lvl1pPr>
          </a:lstStyle>
          <a:p>
            <a:fld id="{105357D8-626C-45B9-A28A-7972F21F9E73}" type="slidenum">
              <a:rPr lang="en-US" smtClean="0"/>
              <a:t>‹Nº›</a:t>
            </a:fld>
            <a:endParaRPr lang="en-US"/>
          </a:p>
        </p:txBody>
      </p:sp>
    </p:spTree>
    <p:extLst>
      <p:ext uri="{BB962C8B-B14F-4D97-AF65-F5344CB8AC3E}">
        <p14:creationId xmlns:p14="http://schemas.microsoft.com/office/powerpoint/2010/main" val="33910718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880086" rtl="0" eaLnBrk="1" latinLnBrk="0" hangingPunct="1">
        <a:lnSpc>
          <a:spcPct val="90000"/>
        </a:lnSpc>
        <a:spcBef>
          <a:spcPct val="0"/>
        </a:spcBef>
        <a:buNone/>
        <a:defRPr sz="13859" kern="1200">
          <a:solidFill>
            <a:schemeClr val="tx1"/>
          </a:solidFill>
          <a:latin typeface="+mj-lt"/>
          <a:ea typeface="+mj-ea"/>
          <a:cs typeface="+mj-cs"/>
        </a:defRPr>
      </a:lvl1pPr>
    </p:titleStyle>
    <p:bodyStyle>
      <a:lvl1pPr marL="720021" indent="-720021" algn="l" defTabSz="2880086" rtl="0" eaLnBrk="1" latinLnBrk="0" hangingPunct="1">
        <a:lnSpc>
          <a:spcPct val="90000"/>
        </a:lnSpc>
        <a:spcBef>
          <a:spcPts val="3150"/>
        </a:spcBef>
        <a:buFont typeface="Arial" panose="020B0604020202020204" pitchFamily="34" charset="0"/>
        <a:buChar char="•"/>
        <a:defRPr sz="8819" kern="1200">
          <a:solidFill>
            <a:schemeClr val="tx1"/>
          </a:solidFill>
          <a:latin typeface="+mn-lt"/>
          <a:ea typeface="+mn-ea"/>
          <a:cs typeface="+mn-cs"/>
        </a:defRPr>
      </a:lvl1pPr>
      <a:lvl2pPr marL="2160064" indent="-720021" algn="l" defTabSz="2880086" rtl="0" eaLnBrk="1" latinLnBrk="0" hangingPunct="1">
        <a:lnSpc>
          <a:spcPct val="90000"/>
        </a:lnSpc>
        <a:spcBef>
          <a:spcPts val="1575"/>
        </a:spcBef>
        <a:buFont typeface="Arial" panose="020B0604020202020204" pitchFamily="34" charset="0"/>
        <a:buChar char="•"/>
        <a:defRPr sz="7559" kern="1200">
          <a:solidFill>
            <a:schemeClr val="tx1"/>
          </a:solidFill>
          <a:latin typeface="+mn-lt"/>
          <a:ea typeface="+mn-ea"/>
          <a:cs typeface="+mn-cs"/>
        </a:defRPr>
      </a:lvl2pPr>
      <a:lvl3pPr marL="3600107" indent="-720021" algn="l" defTabSz="2880086" rtl="0" eaLnBrk="1" latinLnBrk="0" hangingPunct="1">
        <a:lnSpc>
          <a:spcPct val="90000"/>
        </a:lnSpc>
        <a:spcBef>
          <a:spcPts val="1575"/>
        </a:spcBef>
        <a:buFont typeface="Arial" panose="020B0604020202020204" pitchFamily="34" charset="0"/>
        <a:buChar char="•"/>
        <a:defRPr sz="6299" kern="1200">
          <a:solidFill>
            <a:schemeClr val="tx1"/>
          </a:solidFill>
          <a:latin typeface="+mn-lt"/>
          <a:ea typeface="+mn-ea"/>
          <a:cs typeface="+mn-cs"/>
        </a:defRPr>
      </a:lvl3pPr>
      <a:lvl4pPr marL="5040150"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4pPr>
      <a:lvl5pPr marL="6480193"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5pPr>
      <a:lvl6pPr marL="7920236"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6pPr>
      <a:lvl7pPr marL="9360278"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7pPr>
      <a:lvl8pPr marL="10800321"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8pPr>
      <a:lvl9pPr marL="12240364"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9pPr>
    </p:bodyStyle>
    <p:otherStyle>
      <a:defPPr>
        <a:defRPr lang="en-US"/>
      </a:defPPr>
      <a:lvl1pPr marL="0" algn="l" defTabSz="2880086" rtl="0" eaLnBrk="1" latinLnBrk="0" hangingPunct="1">
        <a:defRPr sz="5669" kern="1200">
          <a:solidFill>
            <a:schemeClr val="tx1"/>
          </a:solidFill>
          <a:latin typeface="+mn-lt"/>
          <a:ea typeface="+mn-ea"/>
          <a:cs typeface="+mn-cs"/>
        </a:defRPr>
      </a:lvl1pPr>
      <a:lvl2pPr marL="1440043" algn="l" defTabSz="2880086" rtl="0" eaLnBrk="1" latinLnBrk="0" hangingPunct="1">
        <a:defRPr sz="5669" kern="1200">
          <a:solidFill>
            <a:schemeClr val="tx1"/>
          </a:solidFill>
          <a:latin typeface="+mn-lt"/>
          <a:ea typeface="+mn-ea"/>
          <a:cs typeface="+mn-cs"/>
        </a:defRPr>
      </a:lvl2pPr>
      <a:lvl3pPr marL="2880086" algn="l" defTabSz="2880086" rtl="0" eaLnBrk="1" latinLnBrk="0" hangingPunct="1">
        <a:defRPr sz="5669" kern="1200">
          <a:solidFill>
            <a:schemeClr val="tx1"/>
          </a:solidFill>
          <a:latin typeface="+mn-lt"/>
          <a:ea typeface="+mn-ea"/>
          <a:cs typeface="+mn-cs"/>
        </a:defRPr>
      </a:lvl3pPr>
      <a:lvl4pPr marL="4320129" algn="l" defTabSz="2880086" rtl="0" eaLnBrk="1" latinLnBrk="0" hangingPunct="1">
        <a:defRPr sz="5669" kern="1200">
          <a:solidFill>
            <a:schemeClr val="tx1"/>
          </a:solidFill>
          <a:latin typeface="+mn-lt"/>
          <a:ea typeface="+mn-ea"/>
          <a:cs typeface="+mn-cs"/>
        </a:defRPr>
      </a:lvl4pPr>
      <a:lvl5pPr marL="5760171" algn="l" defTabSz="2880086" rtl="0" eaLnBrk="1" latinLnBrk="0" hangingPunct="1">
        <a:defRPr sz="5669" kern="1200">
          <a:solidFill>
            <a:schemeClr val="tx1"/>
          </a:solidFill>
          <a:latin typeface="+mn-lt"/>
          <a:ea typeface="+mn-ea"/>
          <a:cs typeface="+mn-cs"/>
        </a:defRPr>
      </a:lvl5pPr>
      <a:lvl6pPr marL="7200214" algn="l" defTabSz="2880086" rtl="0" eaLnBrk="1" latinLnBrk="0" hangingPunct="1">
        <a:defRPr sz="5669" kern="1200">
          <a:solidFill>
            <a:schemeClr val="tx1"/>
          </a:solidFill>
          <a:latin typeface="+mn-lt"/>
          <a:ea typeface="+mn-ea"/>
          <a:cs typeface="+mn-cs"/>
        </a:defRPr>
      </a:lvl6pPr>
      <a:lvl7pPr marL="8640257" algn="l" defTabSz="2880086" rtl="0" eaLnBrk="1" latinLnBrk="0" hangingPunct="1">
        <a:defRPr sz="5669" kern="1200">
          <a:solidFill>
            <a:schemeClr val="tx1"/>
          </a:solidFill>
          <a:latin typeface="+mn-lt"/>
          <a:ea typeface="+mn-ea"/>
          <a:cs typeface="+mn-cs"/>
        </a:defRPr>
      </a:lvl7pPr>
      <a:lvl8pPr marL="10080300" algn="l" defTabSz="2880086" rtl="0" eaLnBrk="1" latinLnBrk="0" hangingPunct="1">
        <a:defRPr sz="5669" kern="1200">
          <a:solidFill>
            <a:schemeClr val="tx1"/>
          </a:solidFill>
          <a:latin typeface="+mn-lt"/>
          <a:ea typeface="+mn-ea"/>
          <a:cs typeface="+mn-cs"/>
        </a:defRPr>
      </a:lvl8pPr>
      <a:lvl9pPr marL="11520343" algn="l" defTabSz="2880086" rtl="0" eaLnBrk="1" latinLnBrk="0" hangingPunct="1">
        <a:defRPr sz="566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009" y="0"/>
            <a:ext cx="28791475" cy="51120675"/>
          </a:xfrm>
          <a:prstGeom prst="rect">
            <a:avLst/>
          </a:prstGeom>
        </p:spPr>
      </p:pic>
      <p:sp>
        <p:nvSpPr>
          <p:cNvPr id="8" name="CuadroTexto 7"/>
          <p:cNvSpPr txBox="1"/>
          <p:nvPr/>
        </p:nvSpPr>
        <p:spPr>
          <a:xfrm>
            <a:off x="6841799" y="3932311"/>
            <a:ext cx="14616121" cy="1938992"/>
          </a:xfrm>
          <a:prstGeom prst="rect">
            <a:avLst/>
          </a:prstGeom>
          <a:noFill/>
        </p:spPr>
        <p:txBody>
          <a:bodyPr wrap="square" rtlCol="0">
            <a:spAutoFit/>
          </a:bodyPr>
          <a:lstStyle/>
          <a:p>
            <a:pPr algn="ctr"/>
            <a:r>
              <a:rPr lang="es-ES" sz="4000" b="1" dirty="0"/>
              <a:t>DIRTY ROAD: creación de un videojuego en Godot Engine para concientizar sobre el cuidado del medio ambiente en mayores de 10 años</a:t>
            </a:r>
            <a:endParaRPr lang="en-US" sz="4000" b="1" dirty="0"/>
          </a:p>
        </p:txBody>
      </p:sp>
      <p:sp>
        <p:nvSpPr>
          <p:cNvPr id="9" name="CuadroTexto 8"/>
          <p:cNvSpPr txBox="1"/>
          <p:nvPr/>
        </p:nvSpPr>
        <p:spPr>
          <a:xfrm>
            <a:off x="7338646" y="6506307"/>
            <a:ext cx="6353904" cy="646331"/>
          </a:xfrm>
          <a:prstGeom prst="rect">
            <a:avLst/>
          </a:prstGeom>
          <a:noFill/>
        </p:spPr>
        <p:txBody>
          <a:bodyPr wrap="square" rtlCol="0">
            <a:spAutoFit/>
          </a:bodyPr>
          <a:lstStyle/>
          <a:p>
            <a:pPr marL="685800" indent="-685800" algn="just">
              <a:buFont typeface="Arial" panose="020B0604020202020204" pitchFamily="34" charset="0"/>
              <a:buChar char="•"/>
            </a:pPr>
            <a:endParaRPr lang="en-US" sz="3600" b="1" dirty="0"/>
          </a:p>
        </p:txBody>
      </p:sp>
      <p:sp>
        <p:nvSpPr>
          <p:cNvPr id="10" name="CuadroTexto 9"/>
          <p:cNvSpPr txBox="1"/>
          <p:nvPr/>
        </p:nvSpPr>
        <p:spPr>
          <a:xfrm>
            <a:off x="8721969" y="11687907"/>
            <a:ext cx="12403016" cy="1323439"/>
          </a:xfrm>
          <a:prstGeom prst="rect">
            <a:avLst/>
          </a:prstGeom>
          <a:noFill/>
        </p:spPr>
        <p:txBody>
          <a:bodyPr wrap="square" rtlCol="0">
            <a:spAutoFit/>
          </a:bodyPr>
          <a:lstStyle/>
          <a:p>
            <a:pPr algn="ctr"/>
            <a:r>
              <a:rPr lang="en-US" sz="8000" b="1" dirty="0"/>
              <a:t>SISTEMAS INFORMÁTICOS</a:t>
            </a:r>
          </a:p>
        </p:txBody>
      </p:sp>
      <p:sp>
        <p:nvSpPr>
          <p:cNvPr id="12" name="CuadroTexto 11"/>
          <p:cNvSpPr txBox="1"/>
          <p:nvPr/>
        </p:nvSpPr>
        <p:spPr>
          <a:xfrm>
            <a:off x="2801816" y="15710245"/>
            <a:ext cx="23909924" cy="3016210"/>
          </a:xfrm>
          <a:prstGeom prst="rect">
            <a:avLst/>
          </a:prstGeom>
          <a:noFill/>
        </p:spPr>
        <p:txBody>
          <a:bodyPr wrap="square" rtlCol="0">
            <a:spAutoFit/>
          </a:bodyPr>
          <a:lstStyle/>
          <a:p>
            <a:pPr algn="just"/>
            <a:r>
              <a:rPr lang="es-ES" sz="3800" dirty="0"/>
              <a:t>El deterioro ambiental es un desafío urgente y muchos jóvenes desconocen cómo sus acciones diarias afectan al planeta. Los métodos tradicionales —charlas, carteleras y folletos— resultan lentos y poco motivadores. Para solucionarlo se propone Dirty Road, un videojuego educativo desarrollado en Godot Engine donde el jugador defiende un Árbol vivo de oleadas de enemigos que representan problemas ambientales reales: microplástico, humo de fábrica, red fantasma, radiación y pesticidas, entre otros. Aprender a leerlos es aprender a leer el mundo.</a:t>
            </a:r>
            <a:endParaRPr lang="en-US" sz="3800" dirty="0"/>
          </a:p>
        </p:txBody>
      </p:sp>
      <p:sp>
        <p:nvSpPr>
          <p:cNvPr id="13" name="CuadroTexto 12"/>
          <p:cNvSpPr txBox="1"/>
          <p:nvPr/>
        </p:nvSpPr>
        <p:spPr>
          <a:xfrm>
            <a:off x="2801816" y="20122744"/>
            <a:ext cx="23469600" cy="1938992"/>
          </a:xfrm>
          <a:prstGeom prst="rect">
            <a:avLst/>
          </a:prstGeom>
          <a:noFill/>
        </p:spPr>
        <p:txBody>
          <a:bodyPr wrap="square" rtlCol="0">
            <a:spAutoFit/>
          </a:bodyPr>
          <a:lstStyle/>
          <a:p>
            <a:pPr algn="just"/>
            <a:r>
              <a:rPr lang="es-ES" sz="4000" dirty="0"/>
              <a:t>¿Cómo motivar a los jóvenes mayores de 10 años a cuidar el medio ambiente de forma significativa, mediante un videojuego educativo en Godot Engine que represente problemas ambientales reales y enseñe a gestionarlos?</a:t>
            </a:r>
            <a:endParaRPr lang="en-US" sz="4000" dirty="0"/>
          </a:p>
        </p:txBody>
      </p:sp>
      <p:sp>
        <p:nvSpPr>
          <p:cNvPr id="14" name="CuadroTexto 13"/>
          <p:cNvSpPr txBox="1"/>
          <p:nvPr/>
        </p:nvSpPr>
        <p:spPr>
          <a:xfrm>
            <a:off x="2801816" y="24580136"/>
            <a:ext cx="23469600" cy="4539704"/>
          </a:xfrm>
          <a:prstGeom prst="rect">
            <a:avLst/>
          </a:prstGeom>
          <a:noFill/>
        </p:spPr>
        <p:txBody>
          <a:bodyPr wrap="square" rtlCol="0">
            <a:spAutoFit/>
          </a:bodyPr>
          <a:lstStyle/>
          <a:p>
            <a:pPr marL="571500" indent="-571500" algn="just">
              <a:buFont typeface="Arial" panose="020B0604020202020204" pitchFamily="34" charset="0"/>
              <a:buChar char="•"/>
            </a:pPr>
            <a:r>
              <a:rPr lang="es-ES" sz="3300" dirty="0"/>
              <a:t>Desarrollar un videojuego educativo en Godot Engine para fomentar la conciencia ambiental en jóvenes mayores de 10 años.</a:t>
            </a:r>
          </a:p>
          <a:p>
            <a:pPr marL="571500" indent="-571500" algn="just">
              <a:buFont typeface="Arial" panose="020B0604020202020204" pitchFamily="34" charset="0"/>
              <a:buChar char="•"/>
            </a:pPr>
            <a:r>
              <a:rPr lang="es-ES" sz="3300" dirty="0"/>
              <a:t>Diseñar narrativa y mecánicas que muestren el impacto ambiental: reciclaje, reforestación y defensa del ecosistema.</a:t>
            </a:r>
          </a:p>
          <a:p>
            <a:pPr marL="571500" indent="-571500" algn="just">
              <a:buFont typeface="Arial" panose="020B0604020202020204" pitchFamily="34" charset="0"/>
              <a:buChar char="•"/>
            </a:pPr>
            <a:r>
              <a:rPr lang="es-ES" sz="3300" dirty="0"/>
              <a:t>Implementar un sistema educativo con mensajes breves y no bloqueantes durante la partida.</a:t>
            </a:r>
          </a:p>
          <a:p>
            <a:pPr marL="571500" indent="-571500" algn="just">
              <a:buFont typeface="Arial" panose="020B0604020202020204" pitchFamily="34" charset="0"/>
              <a:buChar char="•"/>
            </a:pPr>
            <a:r>
              <a:rPr lang="es-ES" sz="3300" dirty="0"/>
              <a:t>Usar Godot y Git para el desarrollo colaborativo y el respaldo del proyecto.</a:t>
            </a:r>
          </a:p>
          <a:p>
            <a:pPr marL="571500" indent="-571500" algn="just">
              <a:buFont typeface="Arial" panose="020B0604020202020204" pitchFamily="34" charset="0"/>
              <a:buChar char="•"/>
            </a:pPr>
            <a:r>
              <a:rPr lang="es-ES" sz="3300" dirty="0"/>
              <a:t>Probar y publicar el juego en PC y Android, con controles de teclado/ratón y táctiles.</a:t>
            </a:r>
          </a:p>
        </p:txBody>
      </p:sp>
      <p:sp>
        <p:nvSpPr>
          <p:cNvPr id="16" name="CuadroTexto 15"/>
          <p:cNvSpPr txBox="1"/>
          <p:nvPr/>
        </p:nvSpPr>
        <p:spPr>
          <a:xfrm>
            <a:off x="7773697" y="6345665"/>
            <a:ext cx="6626513" cy="1754326"/>
          </a:xfrm>
          <a:prstGeom prst="rect">
            <a:avLst/>
          </a:prstGeom>
          <a:noFill/>
        </p:spPr>
        <p:txBody>
          <a:bodyPr wrap="square" rtlCol="0">
            <a:spAutoFit/>
          </a:bodyPr>
          <a:lstStyle/>
          <a:p>
            <a:pPr marL="685800" indent="-685800" algn="just">
              <a:buFont typeface="Arial" panose="020B0604020202020204" pitchFamily="34" charset="0"/>
              <a:buChar char="•"/>
            </a:pPr>
            <a:r>
              <a:rPr lang="es-CO" sz="2500" b="1" dirty="0"/>
              <a:t>Juan Felipe Casas Aguilar</a:t>
            </a:r>
          </a:p>
          <a:p>
            <a:pPr marL="685800" indent="-685800" algn="just">
              <a:buFont typeface="Arial" panose="020B0604020202020204" pitchFamily="34" charset="0"/>
              <a:buChar char="•"/>
            </a:pPr>
            <a:r>
              <a:rPr lang="es-CO" sz="2500" b="1" dirty="0"/>
              <a:t>Miguel Ángel Murcia Galindo</a:t>
            </a:r>
          </a:p>
          <a:p>
            <a:pPr marL="685800" indent="-685800" algn="just">
              <a:buFont typeface="Arial" panose="020B0604020202020204" pitchFamily="34" charset="0"/>
              <a:buChar char="•"/>
            </a:pPr>
            <a:r>
              <a:rPr lang="es-CO" sz="2500" b="1" dirty="0"/>
              <a:t>Emmanuel Efrén Rosero Sánchez</a:t>
            </a:r>
          </a:p>
        </p:txBody>
      </p:sp>
      <p:sp>
        <p:nvSpPr>
          <p:cNvPr id="17" name="CuadroTexto 16"/>
          <p:cNvSpPr txBox="1"/>
          <p:nvPr/>
        </p:nvSpPr>
        <p:spPr>
          <a:xfrm>
            <a:off x="3094892" y="32730831"/>
            <a:ext cx="14067693" cy="13018949"/>
          </a:xfrm>
          <a:prstGeom prst="rect">
            <a:avLst/>
          </a:prstGeom>
          <a:noFill/>
        </p:spPr>
        <p:txBody>
          <a:bodyPr wrap="square" rtlCol="0">
            <a:spAutoFit/>
          </a:bodyPr>
          <a:lstStyle/>
          <a:p>
            <a:pPr algn="just"/>
            <a:r>
              <a:rPr lang="es-ES" sz="4000" dirty="0"/>
              <a:t>Se obtuvo Dirty Road, un survival action 2D infinito y gratuito con 10 etapas de 10 oleadas, 30 enemigos normales y 10 jefes, donde cada enemigo representa un problema ambiental real. El juego integra un sistema educativo basado en el Aprendizaje Significativo: al primer encuentro con un enemigo aparece su ficha, y entre oleadas se muestran datos y reflexiones breves que no interrumpen la partida. La economía de biomasa y las cartas de mejora por rareza aportan profundidad sin romper el equilibrio. El proyecto se desarrolló en Godot 4.7 (GDScript) con Git/GitHub y se publicó para PC (Windows/Linux) y Android. Los resultados evidencian que el formato lúdico despierta más interés y retención que los métodos tradicionales, cumpliendo el objetivo de concientizar sobre el cuidado del medio ambiente.</a:t>
            </a:r>
          </a:p>
        </p:txBody>
      </p:sp>
      <p:pic>
        <p:nvPicPr>
          <p:cNvPr id="18" name="Picture 17" descr="etapa_01.png"/>
          <p:cNvPicPr>
            <a:picLocks noChangeAspect="1"/>
          </p:cNvPicPr>
          <p:nvPr/>
        </p:nvPicPr>
        <p:blipFill>
          <a:blip r:embed="rId6"/>
          <a:srcRect l="2638" r="2638"/>
          <a:stretch>
            <a:fillRect/>
          </a:stretch>
        </p:blipFill>
        <p:spPr>
          <a:xfrm>
            <a:off x="18064800" y="31539600"/>
            <a:ext cx="8611200" cy="5133600"/>
          </a:xfrm>
          <a:prstGeom prst="rect">
            <a:avLst/>
          </a:prstGeom>
        </p:spPr>
      </p:pic>
      <p:pic>
        <p:nvPicPr>
          <p:cNvPr id="19" name="Picture 18" descr="etapa_03.png"/>
          <p:cNvPicPr>
            <a:picLocks noChangeAspect="1"/>
          </p:cNvPicPr>
          <p:nvPr/>
        </p:nvPicPr>
        <p:blipFill>
          <a:blip r:embed="rId7"/>
          <a:srcRect l="2638" r="2638"/>
          <a:stretch>
            <a:fillRect/>
          </a:stretch>
        </p:blipFill>
        <p:spPr>
          <a:xfrm>
            <a:off x="18064800" y="36903600"/>
            <a:ext cx="8611200" cy="5133600"/>
          </a:xfrm>
          <a:prstGeom prst="rect">
            <a:avLst/>
          </a:prstGeom>
        </p:spPr>
      </p:pic>
      <p:pic>
        <p:nvPicPr>
          <p:cNvPr id="20" name="Picture 19" descr="etapa_10.png"/>
          <p:cNvPicPr>
            <a:picLocks noChangeAspect="1"/>
          </p:cNvPicPr>
          <p:nvPr/>
        </p:nvPicPr>
        <p:blipFill>
          <a:blip r:embed="rId8"/>
          <a:srcRect l="2638" r="2638"/>
          <a:stretch>
            <a:fillRect/>
          </a:stretch>
        </p:blipFill>
        <p:spPr>
          <a:xfrm>
            <a:off x="18064800" y="42289200"/>
            <a:ext cx="8611200" cy="5133600"/>
          </a:xfrm>
          <a:prstGeom prst="rect">
            <a:avLst/>
          </a:prstGeom>
        </p:spPr>
      </p:pic>
    </p:spTree>
    <p:extLst>
      <p:ext uri="{BB962C8B-B14F-4D97-AF65-F5344CB8AC3E}">
        <p14:creationId xmlns:p14="http://schemas.microsoft.com/office/powerpoint/2010/main" val="10414380"/>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232</TotalTime>
  <Words>397</Words>
  <Application>Microsoft Office PowerPoint</Application>
  <PresentationFormat>Personalizado</PresentationFormat>
  <Paragraphs>13</Paragraphs>
  <Slides>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vt:i4>
      </vt:variant>
    </vt:vector>
  </HeadingPairs>
  <TitlesOfParts>
    <vt:vector size="5" baseType="lpstr">
      <vt:lpstr>Arial</vt:lpstr>
      <vt:lpstr>Calibri</vt:lpstr>
      <vt:lpstr>Calibri Light</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sofia alfonso</dc:creator>
  <cp:lastModifiedBy>User</cp:lastModifiedBy>
  <cp:revision>7</cp:revision>
  <dcterms:created xsi:type="dcterms:W3CDTF">2025-10-22T00:35:40Z</dcterms:created>
  <dcterms:modified xsi:type="dcterms:W3CDTF">2026-07-07T19:20:53Z</dcterms:modified>
</cp:coreProperties>
</file>