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8800425" cy="5112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21" d="100"/>
          <a:sy n="21" d="100"/>
        </p:scale>
        <p:origin x="1530" y="-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8366281"/>
            <a:ext cx="24480361" cy="17797568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26850192"/>
            <a:ext cx="21600319" cy="12342326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8EA47-1105-4B9A-B345-5118B71F0985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1043A-F544-4DAD-AE2D-308E2E20810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4743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8EA47-1105-4B9A-B345-5118B71F0985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1043A-F544-4DAD-AE2D-308E2E20810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8612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12744683"/>
            <a:ext cx="24840367" cy="21264777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34210633"/>
            <a:ext cx="24840367" cy="11182644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/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8EA47-1105-4B9A-B345-5118B71F0985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1043A-F544-4DAD-AE2D-308E2E20810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31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13608513"/>
            <a:ext cx="12240181" cy="32435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13608513"/>
            <a:ext cx="12240181" cy="32435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8EA47-1105-4B9A-B345-5118B71F0985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1043A-F544-4DAD-AE2D-308E2E20810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362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721714"/>
            <a:ext cx="24840367" cy="988096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12531669"/>
            <a:ext cx="12183928" cy="6141577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8673247"/>
            <a:ext cx="12183928" cy="2746553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12531669"/>
            <a:ext cx="12243932" cy="6141577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8673247"/>
            <a:ext cx="12243932" cy="2746553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8EA47-1105-4B9A-B345-5118B71F0985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1043A-F544-4DAD-AE2D-308E2E20810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8423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8EA47-1105-4B9A-B345-5118B71F0985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1043A-F544-4DAD-AE2D-308E2E20810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4147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8EA47-1105-4B9A-B345-5118B71F0985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1043A-F544-4DAD-AE2D-308E2E20810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80245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3408045"/>
            <a:ext cx="9288887" cy="11928158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7360442"/>
            <a:ext cx="14580215" cy="36328813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5336203"/>
            <a:ext cx="9288887" cy="28412212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8EA47-1105-4B9A-B345-5118B71F0985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1043A-F544-4DAD-AE2D-308E2E20810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010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3408045"/>
            <a:ext cx="9288887" cy="11928158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7360442"/>
            <a:ext cx="14580215" cy="36328813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5336203"/>
            <a:ext cx="9288887" cy="28412212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8EA47-1105-4B9A-B345-5118B71F0985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1043A-F544-4DAD-AE2D-308E2E20810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2887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8EA47-1105-4B9A-B345-5118B71F0985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1043A-F544-4DAD-AE2D-308E2E20810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7987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2721703"/>
            <a:ext cx="6210092" cy="4332240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2721703"/>
            <a:ext cx="18270270" cy="4332240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8EA47-1105-4B9A-B345-5118B71F0985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1043A-F544-4DAD-AE2D-308E2E20810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2154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2721714"/>
            <a:ext cx="24840367" cy="9880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13608513"/>
            <a:ext cx="24840367" cy="32435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47381303"/>
            <a:ext cx="6480096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8EA47-1105-4B9A-B345-5118B71F0985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47381303"/>
            <a:ext cx="9720143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47381303"/>
            <a:ext cx="6480096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1043A-F544-4DAD-AE2D-308E2E20810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9042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2A4F27D-F053-45D2-B2F4-75697E5F6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33"/>
            <a:ext cx="28800425" cy="5108160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9C0B9E1-BD15-4DB5-AD94-EF9959D0F8C3}"/>
              </a:ext>
            </a:extLst>
          </p:cNvPr>
          <p:cNvSpPr txBox="1"/>
          <p:nvPr/>
        </p:nvSpPr>
        <p:spPr>
          <a:xfrm>
            <a:off x="6598508" y="5486400"/>
            <a:ext cx="170523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/>
              <a:t>AAAAAAAAA</a:t>
            </a:r>
            <a:endParaRPr lang="es-CO" sz="4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034CAB3-2197-4ACD-B844-B4DFF7166B3F}"/>
              </a:ext>
            </a:extLst>
          </p:cNvPr>
          <p:cNvSpPr txBox="1"/>
          <p:nvPr/>
        </p:nvSpPr>
        <p:spPr>
          <a:xfrm>
            <a:off x="6549080" y="7961868"/>
            <a:ext cx="205616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/>
              <a:t>AAAAAAAAA</a:t>
            </a:r>
            <a:endParaRPr lang="es-CO" sz="48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50B846C-633C-4D07-8408-D8A2C17C37BE}"/>
              </a:ext>
            </a:extLst>
          </p:cNvPr>
          <p:cNvSpPr txBox="1"/>
          <p:nvPr/>
        </p:nvSpPr>
        <p:spPr>
          <a:xfrm>
            <a:off x="6549080" y="10610333"/>
            <a:ext cx="205616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/>
              <a:t>AAAAAAAAA</a:t>
            </a:r>
            <a:endParaRPr lang="es-CO" sz="48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E89F5C0-2B26-497C-A337-0F22908BF6E9}"/>
              </a:ext>
            </a:extLst>
          </p:cNvPr>
          <p:cNvSpPr txBox="1"/>
          <p:nvPr/>
        </p:nvSpPr>
        <p:spPr>
          <a:xfrm>
            <a:off x="6524365" y="12566818"/>
            <a:ext cx="208334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/>
              <a:t>AAAAAAAAA</a:t>
            </a:r>
            <a:endParaRPr lang="es-CO" sz="48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D05920B-C865-42C5-A61B-BA037A9DD317}"/>
              </a:ext>
            </a:extLst>
          </p:cNvPr>
          <p:cNvSpPr txBox="1"/>
          <p:nvPr/>
        </p:nvSpPr>
        <p:spPr>
          <a:xfrm>
            <a:off x="2969738" y="15758982"/>
            <a:ext cx="24388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/>
              <a:t>AAAAAAAAA</a:t>
            </a:r>
            <a:endParaRPr lang="es-CO" sz="48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2E6ECA4-12FD-41CE-B0AD-84A4977D0178}"/>
              </a:ext>
            </a:extLst>
          </p:cNvPr>
          <p:cNvSpPr txBox="1"/>
          <p:nvPr/>
        </p:nvSpPr>
        <p:spPr>
          <a:xfrm>
            <a:off x="2796746" y="21418929"/>
            <a:ext cx="24388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/>
              <a:t>AAAAAAAAA</a:t>
            </a:r>
            <a:endParaRPr lang="es-CO" sz="48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E1D7E4F-B3ED-468F-A151-BA78FEC7D4D6}"/>
              </a:ext>
            </a:extLst>
          </p:cNvPr>
          <p:cNvSpPr txBox="1"/>
          <p:nvPr/>
        </p:nvSpPr>
        <p:spPr>
          <a:xfrm>
            <a:off x="2722604" y="25352583"/>
            <a:ext cx="24388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/>
              <a:t>AAAAAAAAA</a:t>
            </a:r>
            <a:endParaRPr lang="es-CO" sz="48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442B591-D572-4DBB-807A-908AD54961CE}"/>
              </a:ext>
            </a:extLst>
          </p:cNvPr>
          <p:cNvSpPr txBox="1"/>
          <p:nvPr/>
        </p:nvSpPr>
        <p:spPr>
          <a:xfrm>
            <a:off x="2772032" y="31138023"/>
            <a:ext cx="14206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/>
              <a:t>AAAAAAAAA</a:t>
            </a:r>
            <a:endParaRPr lang="es-CO" sz="4800" dirty="0"/>
          </a:p>
        </p:txBody>
      </p:sp>
    </p:spTree>
    <p:extLst>
      <p:ext uri="{BB962C8B-B14F-4D97-AF65-F5344CB8AC3E}">
        <p14:creationId xmlns:p14="http://schemas.microsoft.com/office/powerpoint/2010/main" val="14523270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8</Words>
  <Application>Microsoft Office PowerPoint</Application>
  <PresentationFormat>Personalizado</PresentationFormat>
  <Paragraphs>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Camaleon</dc:creator>
  <cp:lastModifiedBy>Camaleon</cp:lastModifiedBy>
  <cp:revision>2</cp:revision>
  <dcterms:created xsi:type="dcterms:W3CDTF">2026-10-16T22:36:08Z</dcterms:created>
  <dcterms:modified xsi:type="dcterms:W3CDTF">2026-10-16T22:42:57Z</dcterms:modified>
</cp:coreProperties>
</file>